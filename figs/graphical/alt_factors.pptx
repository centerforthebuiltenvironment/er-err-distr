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9"/>
    <p:restoredTop sz="94469"/>
  </p:normalViewPr>
  <p:slideViewPr>
    <p:cSldViewPr snapToGrid="0">
      <p:cViewPr>
        <p:scale>
          <a:sx n="135" d="100"/>
          <a:sy n="135" d="100"/>
        </p:scale>
        <p:origin x="166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F375F-3D7B-C74C-A441-7DBD899A7AD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1F0D8F-5951-334E-A635-A0A2641D8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239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1F0D8F-5951-334E-A635-A0A2641D82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376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9" indent="0" algn="ctr">
              <a:buNone/>
              <a:defRPr sz="2000"/>
            </a:lvl2pPr>
            <a:lvl3pPr marL="914418" indent="0" algn="ctr">
              <a:buNone/>
              <a:defRPr sz="1800"/>
            </a:lvl3pPr>
            <a:lvl4pPr marL="1371627" indent="0" algn="ctr">
              <a:buNone/>
              <a:defRPr sz="1600"/>
            </a:lvl4pPr>
            <a:lvl5pPr marL="1828837" indent="0" algn="ctr">
              <a:buNone/>
              <a:defRPr sz="1600"/>
            </a:lvl5pPr>
            <a:lvl6pPr marL="2286046" indent="0" algn="ctr">
              <a:buNone/>
              <a:defRPr sz="1600"/>
            </a:lvl6pPr>
            <a:lvl7pPr marL="2743255" indent="0" algn="ctr">
              <a:buNone/>
              <a:defRPr sz="1600"/>
            </a:lvl7pPr>
            <a:lvl8pPr marL="3200464" indent="0" algn="ctr">
              <a:buNone/>
              <a:defRPr sz="1600"/>
            </a:lvl8pPr>
            <a:lvl9pPr marL="365767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662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12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8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2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3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55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6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7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00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38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9" indent="0">
              <a:buNone/>
              <a:defRPr sz="2000" b="1"/>
            </a:lvl2pPr>
            <a:lvl3pPr marL="914418" indent="0">
              <a:buNone/>
              <a:defRPr sz="1800" b="1"/>
            </a:lvl3pPr>
            <a:lvl4pPr marL="1371627" indent="0">
              <a:buNone/>
              <a:defRPr sz="1600" b="1"/>
            </a:lvl4pPr>
            <a:lvl5pPr marL="1828837" indent="0">
              <a:buNone/>
              <a:defRPr sz="1600" b="1"/>
            </a:lvl5pPr>
            <a:lvl6pPr marL="2286046" indent="0">
              <a:buNone/>
              <a:defRPr sz="1600" b="1"/>
            </a:lvl6pPr>
            <a:lvl7pPr marL="2743255" indent="0">
              <a:buNone/>
              <a:defRPr sz="1600" b="1"/>
            </a:lvl7pPr>
            <a:lvl8pPr marL="3200464" indent="0">
              <a:buNone/>
              <a:defRPr sz="1600" b="1"/>
            </a:lvl8pPr>
            <a:lvl9pPr marL="365767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526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49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9" indent="0">
              <a:buNone/>
              <a:defRPr sz="2800"/>
            </a:lvl2pPr>
            <a:lvl3pPr marL="914418" indent="0">
              <a:buNone/>
              <a:defRPr sz="2400"/>
            </a:lvl3pPr>
            <a:lvl4pPr marL="1371627" indent="0">
              <a:buNone/>
              <a:defRPr sz="2000"/>
            </a:lvl4pPr>
            <a:lvl5pPr marL="1828837" indent="0">
              <a:buNone/>
              <a:defRPr sz="2000"/>
            </a:lvl5pPr>
            <a:lvl6pPr marL="2286046" indent="0">
              <a:buNone/>
              <a:defRPr sz="2000"/>
            </a:lvl6pPr>
            <a:lvl7pPr marL="2743255" indent="0">
              <a:buNone/>
              <a:defRPr sz="2000"/>
            </a:lvl7pPr>
            <a:lvl8pPr marL="3200464" indent="0">
              <a:buNone/>
              <a:defRPr sz="2000"/>
            </a:lvl8pPr>
            <a:lvl9pPr marL="3657673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9" indent="0">
              <a:buNone/>
              <a:defRPr sz="1400"/>
            </a:lvl2pPr>
            <a:lvl3pPr marL="914418" indent="0">
              <a:buNone/>
              <a:defRPr sz="1200"/>
            </a:lvl3pPr>
            <a:lvl4pPr marL="1371627" indent="0">
              <a:buNone/>
              <a:defRPr sz="1000"/>
            </a:lvl4pPr>
            <a:lvl5pPr marL="1828837" indent="0">
              <a:buNone/>
              <a:defRPr sz="1000"/>
            </a:lvl5pPr>
            <a:lvl6pPr marL="2286046" indent="0">
              <a:buNone/>
              <a:defRPr sz="1000"/>
            </a:lvl6pPr>
            <a:lvl7pPr marL="2743255" indent="0">
              <a:buNone/>
              <a:defRPr sz="1000"/>
            </a:lvl7pPr>
            <a:lvl8pPr marL="3200464" indent="0">
              <a:buNone/>
              <a:defRPr sz="1000"/>
            </a:lvl8pPr>
            <a:lvl9pPr marL="365767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66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31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1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A7F3C6-471F-5F4E-8C20-AA410BAABE74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1D9545-3D70-534B-94C3-5984B54086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39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1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1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4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3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32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41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50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5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69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78" indent="-228605" algn="l" defTabSz="91441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9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8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7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46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55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64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73" algn="l" defTabSz="91441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roup 353">
            <a:extLst>
              <a:ext uri="{FF2B5EF4-FFF2-40B4-BE49-F238E27FC236}">
                <a16:creationId xmlns:a16="http://schemas.microsoft.com/office/drawing/2014/main" id="{873C0E1E-5DDC-6127-1B4F-5C20B329061B}"/>
              </a:ext>
            </a:extLst>
          </p:cNvPr>
          <p:cNvGrpSpPr/>
          <p:nvPr/>
        </p:nvGrpSpPr>
        <p:grpSpPr>
          <a:xfrm>
            <a:off x="3072036" y="515360"/>
            <a:ext cx="1916332" cy="2087226"/>
            <a:chOff x="3296478" y="222378"/>
            <a:chExt cx="2907318" cy="3166588"/>
          </a:xfrm>
        </p:grpSpPr>
        <p:grpSp>
          <p:nvGrpSpPr>
            <p:cNvPr id="43" name="Graphic 4">
              <a:extLst>
                <a:ext uri="{FF2B5EF4-FFF2-40B4-BE49-F238E27FC236}">
                  <a16:creationId xmlns:a16="http://schemas.microsoft.com/office/drawing/2014/main" id="{31EDAB42-EFE2-DBF4-2417-7734ACEB0337}"/>
                </a:ext>
              </a:extLst>
            </p:cNvPr>
            <p:cNvGrpSpPr/>
            <p:nvPr/>
          </p:nvGrpSpPr>
          <p:grpSpPr>
            <a:xfrm>
              <a:off x="3728292" y="711387"/>
              <a:ext cx="2475504" cy="2369957"/>
              <a:chOff x="1076518" y="657724"/>
              <a:chExt cx="2357623" cy="2257102"/>
            </a:xfrm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0AF99CB-3972-48E3-C5A9-174EEFE70987}"/>
                  </a:ext>
                </a:extLst>
              </p:cNvPr>
              <p:cNvSpPr/>
              <p:nvPr/>
            </p:nvSpPr>
            <p:spPr>
              <a:xfrm>
                <a:off x="1076518" y="2914826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45" name="Freeform 44">
                <a:extLst>
                  <a:ext uri="{FF2B5EF4-FFF2-40B4-BE49-F238E27FC236}">
                    <a16:creationId xmlns:a16="http://schemas.microsoft.com/office/drawing/2014/main" id="{7A8DCECF-2FE6-EF30-1A74-A1A679C6C280}"/>
                  </a:ext>
                </a:extLst>
              </p:cNvPr>
              <p:cNvSpPr/>
              <p:nvPr/>
            </p:nvSpPr>
            <p:spPr>
              <a:xfrm>
                <a:off x="1076518" y="2463424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41DD2449-CF13-C45F-2039-E5EEAE36336C}"/>
                  </a:ext>
                </a:extLst>
              </p:cNvPr>
              <p:cNvSpPr/>
              <p:nvPr/>
            </p:nvSpPr>
            <p:spPr>
              <a:xfrm>
                <a:off x="1076518" y="2011976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47" name="Freeform 46">
                <a:extLst>
                  <a:ext uri="{FF2B5EF4-FFF2-40B4-BE49-F238E27FC236}">
                    <a16:creationId xmlns:a16="http://schemas.microsoft.com/office/drawing/2014/main" id="{F3CCA6E6-D716-E4D1-B86C-A507D6999880}"/>
                  </a:ext>
                </a:extLst>
              </p:cNvPr>
              <p:cNvSpPr/>
              <p:nvPr/>
            </p:nvSpPr>
            <p:spPr>
              <a:xfrm>
                <a:off x="1076518" y="1560574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48" name="Freeform 47">
                <a:extLst>
                  <a:ext uri="{FF2B5EF4-FFF2-40B4-BE49-F238E27FC236}">
                    <a16:creationId xmlns:a16="http://schemas.microsoft.com/office/drawing/2014/main" id="{A10D4C1F-0F75-838D-37D3-0A6FC0D36B61}"/>
                  </a:ext>
                </a:extLst>
              </p:cNvPr>
              <p:cNvSpPr/>
              <p:nvPr/>
            </p:nvSpPr>
            <p:spPr>
              <a:xfrm>
                <a:off x="1076518" y="1109126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1541D30A-01BD-CC70-4947-10984BE100D8}"/>
                  </a:ext>
                </a:extLst>
              </p:cNvPr>
              <p:cNvSpPr/>
              <p:nvPr/>
            </p:nvSpPr>
            <p:spPr>
              <a:xfrm>
                <a:off x="1076518" y="657724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E245ED06-C1C1-A7F9-3FB9-1DD2FA204FD8}"/>
                  </a:ext>
                </a:extLst>
              </p:cNvPr>
              <p:cNvSpPr/>
              <p:nvPr/>
            </p:nvSpPr>
            <p:spPr>
              <a:xfrm>
                <a:off x="1187022" y="1479283"/>
                <a:ext cx="663071" cy="1435543"/>
              </a:xfrm>
              <a:custGeom>
                <a:avLst/>
                <a:gdLst>
                  <a:gd name="connsiteX0" fmla="*/ 0 w 663071"/>
                  <a:gd name="connsiteY0" fmla="*/ 0 h 1435543"/>
                  <a:gd name="connsiteX1" fmla="*/ 663072 w 663071"/>
                  <a:gd name="connsiteY1" fmla="*/ 0 h 1435543"/>
                  <a:gd name="connsiteX2" fmla="*/ 663072 w 663071"/>
                  <a:gd name="connsiteY2" fmla="*/ 1435543 h 1435543"/>
                  <a:gd name="connsiteX3" fmla="*/ 0 w 663071"/>
                  <a:gd name="connsiteY3" fmla="*/ 1435543 h 1435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3071" h="1435543">
                    <a:moveTo>
                      <a:pt x="0" y="0"/>
                    </a:moveTo>
                    <a:lnTo>
                      <a:pt x="663072" y="0"/>
                    </a:lnTo>
                    <a:lnTo>
                      <a:pt x="663072" y="1435543"/>
                    </a:lnTo>
                    <a:lnTo>
                      <a:pt x="0" y="1435543"/>
                    </a:lnTo>
                    <a:close/>
                  </a:path>
                </a:pathLst>
              </a:custGeom>
              <a:solidFill>
                <a:srgbClr val="E68B81"/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51" name="Freeform 50">
                <a:extLst>
                  <a:ext uri="{FF2B5EF4-FFF2-40B4-BE49-F238E27FC236}">
                    <a16:creationId xmlns:a16="http://schemas.microsoft.com/office/drawing/2014/main" id="{88E21FFC-6C9B-835A-B26B-E42683AF360A}"/>
                  </a:ext>
                </a:extLst>
              </p:cNvPr>
              <p:cNvSpPr/>
              <p:nvPr/>
            </p:nvSpPr>
            <p:spPr>
              <a:xfrm>
                <a:off x="1923794" y="1993022"/>
                <a:ext cx="663071" cy="921804"/>
              </a:xfrm>
              <a:custGeom>
                <a:avLst/>
                <a:gdLst>
                  <a:gd name="connsiteX0" fmla="*/ 0 w 663071"/>
                  <a:gd name="connsiteY0" fmla="*/ 0 h 921804"/>
                  <a:gd name="connsiteX1" fmla="*/ 663072 w 663071"/>
                  <a:gd name="connsiteY1" fmla="*/ 0 h 921804"/>
                  <a:gd name="connsiteX2" fmla="*/ 663072 w 663071"/>
                  <a:gd name="connsiteY2" fmla="*/ 921804 h 921804"/>
                  <a:gd name="connsiteX3" fmla="*/ 0 w 663071"/>
                  <a:gd name="connsiteY3" fmla="*/ 921804 h 921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3071" h="921804">
                    <a:moveTo>
                      <a:pt x="0" y="0"/>
                    </a:moveTo>
                    <a:lnTo>
                      <a:pt x="663072" y="0"/>
                    </a:lnTo>
                    <a:lnTo>
                      <a:pt x="663072" y="921804"/>
                    </a:lnTo>
                    <a:lnTo>
                      <a:pt x="0" y="921804"/>
                    </a:lnTo>
                    <a:close/>
                  </a:path>
                </a:pathLst>
              </a:custGeom>
              <a:solidFill>
                <a:srgbClr val="E68B81">
                  <a:alpha val="7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52" name="Freeform 51">
                <a:extLst>
                  <a:ext uri="{FF2B5EF4-FFF2-40B4-BE49-F238E27FC236}">
                    <a16:creationId xmlns:a16="http://schemas.microsoft.com/office/drawing/2014/main" id="{D60D31A5-273D-9346-1CFC-3D0276563FCF}"/>
                  </a:ext>
                </a:extLst>
              </p:cNvPr>
              <p:cNvSpPr/>
              <p:nvPr/>
            </p:nvSpPr>
            <p:spPr>
              <a:xfrm>
                <a:off x="2660520" y="2631343"/>
                <a:ext cx="663071" cy="283483"/>
              </a:xfrm>
              <a:custGeom>
                <a:avLst/>
                <a:gdLst>
                  <a:gd name="connsiteX0" fmla="*/ 0 w 663071"/>
                  <a:gd name="connsiteY0" fmla="*/ 0 h 283483"/>
                  <a:gd name="connsiteX1" fmla="*/ 663072 w 663071"/>
                  <a:gd name="connsiteY1" fmla="*/ 0 h 283483"/>
                  <a:gd name="connsiteX2" fmla="*/ 663072 w 663071"/>
                  <a:gd name="connsiteY2" fmla="*/ 283483 h 283483"/>
                  <a:gd name="connsiteX3" fmla="*/ 0 w 663071"/>
                  <a:gd name="connsiteY3" fmla="*/ 283483 h 28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63071" h="283483">
                    <a:moveTo>
                      <a:pt x="0" y="0"/>
                    </a:moveTo>
                    <a:lnTo>
                      <a:pt x="663072" y="0"/>
                    </a:lnTo>
                    <a:lnTo>
                      <a:pt x="663072" y="283483"/>
                    </a:lnTo>
                    <a:lnTo>
                      <a:pt x="0" y="283483"/>
                    </a:lnTo>
                    <a:close/>
                  </a:path>
                </a:pathLst>
              </a:custGeom>
              <a:solidFill>
                <a:srgbClr val="E68B81">
                  <a:alpha val="4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</p:grpSp>
        <p:grpSp>
          <p:nvGrpSpPr>
            <p:cNvPr id="53" name="Graphic 4">
              <a:extLst>
                <a:ext uri="{FF2B5EF4-FFF2-40B4-BE49-F238E27FC236}">
                  <a16:creationId xmlns:a16="http://schemas.microsoft.com/office/drawing/2014/main" id="{5BB21579-CAC8-7BB9-489D-51A51D860FDE}"/>
                </a:ext>
              </a:extLst>
            </p:cNvPr>
            <p:cNvGrpSpPr/>
            <p:nvPr/>
          </p:nvGrpSpPr>
          <p:grpSpPr>
            <a:xfrm>
              <a:off x="3296478" y="222378"/>
              <a:ext cx="2775345" cy="3166588"/>
              <a:chOff x="665266" y="192001"/>
              <a:chExt cx="2643187" cy="3015800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D0FA2D9-7C71-1303-CF1D-824F9430C6ED}"/>
                  </a:ext>
                </a:extLst>
              </p:cNvPr>
              <p:cNvSpPr txBox="1"/>
              <p:nvPr/>
            </p:nvSpPr>
            <p:spPr>
              <a:xfrm>
                <a:off x="725071" y="2752126"/>
                <a:ext cx="302027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7D33DF3-F109-2FA6-45BB-1D8CE2BE919A}"/>
                  </a:ext>
                </a:extLst>
              </p:cNvPr>
              <p:cNvSpPr txBox="1"/>
              <p:nvPr/>
            </p:nvSpPr>
            <p:spPr>
              <a:xfrm>
                <a:off x="697468" y="2300677"/>
                <a:ext cx="403937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50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34B5CCE-8829-AA37-E9AC-540848BC0D7B}"/>
                  </a:ext>
                </a:extLst>
              </p:cNvPr>
              <p:cNvSpPr txBox="1"/>
              <p:nvPr/>
            </p:nvSpPr>
            <p:spPr>
              <a:xfrm>
                <a:off x="665266" y="1849276"/>
                <a:ext cx="50584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1B4538D-2A2C-D5B1-2630-F32B3E8EF195}"/>
                  </a:ext>
                </a:extLst>
              </p:cNvPr>
              <p:cNvSpPr txBox="1"/>
              <p:nvPr/>
            </p:nvSpPr>
            <p:spPr>
              <a:xfrm>
                <a:off x="665270" y="1397828"/>
                <a:ext cx="50584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150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D3B5ED9-6BAB-914D-BDFA-C0A277061391}"/>
                  </a:ext>
                </a:extLst>
              </p:cNvPr>
              <p:cNvSpPr txBox="1"/>
              <p:nvPr/>
            </p:nvSpPr>
            <p:spPr>
              <a:xfrm>
                <a:off x="665271" y="946424"/>
                <a:ext cx="50584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2379E6C-C4FC-EAAE-DC3B-F3B3DE5CD496}"/>
                  </a:ext>
                </a:extLst>
              </p:cNvPr>
              <p:cNvSpPr txBox="1"/>
              <p:nvPr/>
            </p:nvSpPr>
            <p:spPr>
              <a:xfrm>
                <a:off x="665271" y="494977"/>
                <a:ext cx="50584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250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2F825C71-DEC2-2719-A4E0-5D0025825A05}"/>
                  </a:ext>
                </a:extLst>
              </p:cNvPr>
              <p:cNvSpPr txBox="1"/>
              <p:nvPr/>
            </p:nvSpPr>
            <p:spPr>
              <a:xfrm>
                <a:off x="1227198" y="2885392"/>
                <a:ext cx="60775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2025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38581E91-7C4B-95DD-EFAA-DA0437BC92FC}"/>
                  </a:ext>
                </a:extLst>
              </p:cNvPr>
              <p:cNvSpPr txBox="1"/>
              <p:nvPr/>
            </p:nvSpPr>
            <p:spPr>
              <a:xfrm>
                <a:off x="1963926" y="2885392"/>
                <a:ext cx="60775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2030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9D92832-CEEB-EAA0-7CA9-AE203BC0B0A9}"/>
                  </a:ext>
                </a:extLst>
              </p:cNvPr>
              <p:cNvSpPr txBox="1"/>
              <p:nvPr/>
            </p:nvSpPr>
            <p:spPr>
              <a:xfrm>
                <a:off x="2700695" y="2885392"/>
                <a:ext cx="607758" cy="32240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2050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2ECF4D90-1D8D-1F21-9731-7620BD90772E}"/>
                  </a:ext>
                </a:extLst>
              </p:cNvPr>
              <p:cNvSpPr txBox="1"/>
              <p:nvPr/>
            </p:nvSpPr>
            <p:spPr>
              <a:xfrm>
                <a:off x="1226084" y="192001"/>
                <a:ext cx="1990501" cy="36687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Annual averaged</a:t>
                </a:r>
              </a:p>
            </p:txBody>
          </p:sp>
        </p:grpSp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8DF06B16-ACBA-FE2E-BF99-EC9C89E99F68}"/>
              </a:ext>
            </a:extLst>
          </p:cNvPr>
          <p:cNvGrpSpPr/>
          <p:nvPr/>
        </p:nvGrpSpPr>
        <p:grpSpPr>
          <a:xfrm>
            <a:off x="5478313" y="515360"/>
            <a:ext cx="1703003" cy="2068719"/>
            <a:chOff x="5557485" y="238098"/>
            <a:chExt cx="2583676" cy="3138511"/>
          </a:xfrm>
        </p:grpSpPr>
        <p:grpSp>
          <p:nvGrpSpPr>
            <p:cNvPr id="123" name="Graphic 74">
              <a:extLst>
                <a:ext uri="{FF2B5EF4-FFF2-40B4-BE49-F238E27FC236}">
                  <a16:creationId xmlns:a16="http://schemas.microsoft.com/office/drawing/2014/main" id="{46BA0D75-E78A-1A61-53C8-D699F7AD5F69}"/>
                </a:ext>
              </a:extLst>
            </p:cNvPr>
            <p:cNvGrpSpPr/>
            <p:nvPr/>
          </p:nvGrpSpPr>
          <p:grpSpPr>
            <a:xfrm>
              <a:off x="5629619" y="699029"/>
              <a:ext cx="2475504" cy="2370005"/>
              <a:chOff x="4215924" y="657321"/>
              <a:chExt cx="2357623" cy="2257148"/>
            </a:xfrm>
          </p:grpSpPr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B5C1D909-1B2A-E283-21BA-FF8AA691FD42}"/>
                  </a:ext>
                </a:extLst>
              </p:cNvPr>
              <p:cNvSpPr/>
              <p:nvPr/>
            </p:nvSpPr>
            <p:spPr>
              <a:xfrm>
                <a:off x="4215924" y="2914423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22FA7C4A-E786-9387-CDB5-6A97DEF99FB4}"/>
                  </a:ext>
                </a:extLst>
              </p:cNvPr>
              <p:cNvSpPr/>
              <p:nvPr/>
            </p:nvSpPr>
            <p:spPr>
              <a:xfrm>
                <a:off x="4215924" y="2463021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E3F2B8BE-5412-F3B9-586A-C1BCF79A33E9}"/>
                  </a:ext>
                </a:extLst>
              </p:cNvPr>
              <p:cNvSpPr/>
              <p:nvPr/>
            </p:nvSpPr>
            <p:spPr>
              <a:xfrm>
                <a:off x="4215924" y="2011573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09B53230-5249-69E4-20E7-8CA14483A39E}"/>
                  </a:ext>
                </a:extLst>
              </p:cNvPr>
              <p:cNvSpPr/>
              <p:nvPr/>
            </p:nvSpPr>
            <p:spPr>
              <a:xfrm>
                <a:off x="4215924" y="1560171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5D638E5C-9A66-785F-F484-8B56D3801807}"/>
                  </a:ext>
                </a:extLst>
              </p:cNvPr>
              <p:cNvSpPr/>
              <p:nvPr/>
            </p:nvSpPr>
            <p:spPr>
              <a:xfrm>
                <a:off x="4215924" y="1108723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F0EB7DF5-E822-6FED-534B-6F1CF9C92AF4}"/>
                  </a:ext>
                </a:extLst>
              </p:cNvPr>
              <p:cNvSpPr/>
              <p:nvPr/>
            </p:nvSpPr>
            <p:spPr>
              <a:xfrm>
                <a:off x="4215924" y="657321"/>
                <a:ext cx="2357623" cy="4600"/>
              </a:xfrm>
              <a:custGeom>
                <a:avLst/>
                <a:gdLst>
                  <a:gd name="connsiteX0" fmla="*/ 0 w 2357623"/>
                  <a:gd name="connsiteY0" fmla="*/ 0 h 4600"/>
                  <a:gd name="connsiteX1" fmla="*/ 2357624 w 2357623"/>
                  <a:gd name="connsiteY1" fmla="*/ 0 h 4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357623" h="4600">
                    <a:moveTo>
                      <a:pt x="0" y="0"/>
                    </a:moveTo>
                    <a:lnTo>
                      <a:pt x="2357624" y="0"/>
                    </a:lnTo>
                  </a:path>
                </a:pathLst>
              </a:custGeom>
              <a:noFill/>
              <a:ln w="2436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D1150A6E-D8B9-6735-F969-B0B571482543}"/>
                  </a:ext>
                </a:extLst>
              </p:cNvPr>
              <p:cNvSpPr/>
              <p:nvPr/>
            </p:nvSpPr>
            <p:spPr>
              <a:xfrm>
                <a:off x="5422776" y="966981"/>
                <a:ext cx="168378" cy="1947442"/>
              </a:xfrm>
              <a:custGeom>
                <a:avLst/>
                <a:gdLst>
                  <a:gd name="connsiteX0" fmla="*/ 0 w 168378"/>
                  <a:gd name="connsiteY0" fmla="*/ 0 h 1947442"/>
                  <a:gd name="connsiteX1" fmla="*/ 168379 w 168378"/>
                  <a:gd name="connsiteY1" fmla="*/ 0 h 1947442"/>
                  <a:gd name="connsiteX2" fmla="*/ 168379 w 168378"/>
                  <a:gd name="connsiteY2" fmla="*/ 1947442 h 1947442"/>
                  <a:gd name="connsiteX3" fmla="*/ 0 w 168378"/>
                  <a:gd name="connsiteY3" fmla="*/ 1947442 h 1947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1947442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1947442"/>
                    </a:lnTo>
                    <a:lnTo>
                      <a:pt x="0" y="1947442"/>
                    </a:lnTo>
                    <a:close/>
                  </a:path>
                </a:pathLst>
              </a:custGeom>
              <a:solidFill>
                <a:srgbClr val="EAAA60"/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2561C4A8-F11B-5105-FA46-449E33A26545}"/>
                  </a:ext>
                </a:extLst>
              </p:cNvPr>
              <p:cNvSpPr/>
              <p:nvPr/>
            </p:nvSpPr>
            <p:spPr>
              <a:xfrm>
                <a:off x="4300113" y="2331723"/>
                <a:ext cx="168378" cy="582700"/>
              </a:xfrm>
              <a:custGeom>
                <a:avLst/>
                <a:gdLst>
                  <a:gd name="connsiteX0" fmla="*/ 0 w 168378"/>
                  <a:gd name="connsiteY0" fmla="*/ 0 h 582700"/>
                  <a:gd name="connsiteX1" fmla="*/ 168379 w 168378"/>
                  <a:gd name="connsiteY1" fmla="*/ 0 h 582700"/>
                  <a:gd name="connsiteX2" fmla="*/ 168379 w 168378"/>
                  <a:gd name="connsiteY2" fmla="*/ 582701 h 582700"/>
                  <a:gd name="connsiteX3" fmla="*/ 0 w 168378"/>
                  <a:gd name="connsiteY3" fmla="*/ 582701 h 582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582700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582701"/>
                    </a:lnTo>
                    <a:lnTo>
                      <a:pt x="0" y="582701"/>
                    </a:lnTo>
                    <a:close/>
                  </a:path>
                </a:pathLst>
              </a:custGeom>
              <a:solidFill>
                <a:srgbClr val="EAAA60"/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B02A6E67-C704-CF9D-3086-3E0C2F9AF7CF}"/>
                  </a:ext>
                </a:extLst>
              </p:cNvPr>
              <p:cNvSpPr/>
              <p:nvPr/>
            </p:nvSpPr>
            <p:spPr>
              <a:xfrm>
                <a:off x="4861467" y="1551430"/>
                <a:ext cx="168378" cy="1362993"/>
              </a:xfrm>
              <a:custGeom>
                <a:avLst/>
                <a:gdLst>
                  <a:gd name="connsiteX0" fmla="*/ 0 w 168378"/>
                  <a:gd name="connsiteY0" fmla="*/ 0 h 1362993"/>
                  <a:gd name="connsiteX1" fmla="*/ 168379 w 168378"/>
                  <a:gd name="connsiteY1" fmla="*/ 0 h 1362993"/>
                  <a:gd name="connsiteX2" fmla="*/ 168379 w 168378"/>
                  <a:gd name="connsiteY2" fmla="*/ 1362993 h 1362993"/>
                  <a:gd name="connsiteX3" fmla="*/ 0 w 168378"/>
                  <a:gd name="connsiteY3" fmla="*/ 1362993 h 1362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1362993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1362993"/>
                    </a:lnTo>
                    <a:lnTo>
                      <a:pt x="0" y="1362993"/>
                    </a:lnTo>
                    <a:close/>
                  </a:path>
                </a:pathLst>
              </a:custGeom>
              <a:solidFill>
                <a:srgbClr val="EAAA60"/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01E3BD7D-81CA-2F52-59EC-9E095D6CD963}"/>
                  </a:ext>
                </a:extLst>
              </p:cNvPr>
              <p:cNvSpPr/>
              <p:nvPr/>
            </p:nvSpPr>
            <p:spPr>
              <a:xfrm>
                <a:off x="5984130" y="998127"/>
                <a:ext cx="168378" cy="1916296"/>
              </a:xfrm>
              <a:custGeom>
                <a:avLst/>
                <a:gdLst>
                  <a:gd name="connsiteX0" fmla="*/ 0 w 168378"/>
                  <a:gd name="connsiteY0" fmla="*/ 0 h 1916296"/>
                  <a:gd name="connsiteX1" fmla="*/ 168379 w 168378"/>
                  <a:gd name="connsiteY1" fmla="*/ 0 h 1916296"/>
                  <a:gd name="connsiteX2" fmla="*/ 168379 w 168378"/>
                  <a:gd name="connsiteY2" fmla="*/ 1916297 h 1916296"/>
                  <a:gd name="connsiteX3" fmla="*/ 0 w 168378"/>
                  <a:gd name="connsiteY3" fmla="*/ 1916297 h 1916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1916296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1916297"/>
                    </a:lnTo>
                    <a:lnTo>
                      <a:pt x="0" y="1916297"/>
                    </a:lnTo>
                    <a:close/>
                  </a:path>
                </a:pathLst>
              </a:custGeom>
              <a:solidFill>
                <a:srgbClr val="EAAA60"/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9EDD3E0B-29BA-BB6A-F824-72CA4698C972}"/>
                  </a:ext>
                </a:extLst>
              </p:cNvPr>
              <p:cNvSpPr/>
              <p:nvPr/>
            </p:nvSpPr>
            <p:spPr>
              <a:xfrm>
                <a:off x="5591200" y="1561781"/>
                <a:ext cx="168378" cy="1352642"/>
              </a:xfrm>
              <a:custGeom>
                <a:avLst/>
                <a:gdLst>
                  <a:gd name="connsiteX0" fmla="*/ 0 w 168378"/>
                  <a:gd name="connsiteY0" fmla="*/ 0 h 1352642"/>
                  <a:gd name="connsiteX1" fmla="*/ 168379 w 168378"/>
                  <a:gd name="connsiteY1" fmla="*/ 0 h 1352642"/>
                  <a:gd name="connsiteX2" fmla="*/ 168379 w 168378"/>
                  <a:gd name="connsiteY2" fmla="*/ 1352642 h 1352642"/>
                  <a:gd name="connsiteX3" fmla="*/ 0 w 168378"/>
                  <a:gd name="connsiteY3" fmla="*/ 1352642 h 1352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1352642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1352642"/>
                    </a:lnTo>
                    <a:lnTo>
                      <a:pt x="0" y="1352642"/>
                    </a:lnTo>
                    <a:close/>
                  </a:path>
                </a:pathLst>
              </a:custGeom>
              <a:solidFill>
                <a:srgbClr val="EAAA60">
                  <a:alpha val="7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2218A14-6A9B-4AD3-749A-C49803147A56}"/>
                  </a:ext>
                </a:extLst>
              </p:cNvPr>
              <p:cNvSpPr/>
              <p:nvPr/>
            </p:nvSpPr>
            <p:spPr>
              <a:xfrm>
                <a:off x="4468538" y="2770933"/>
                <a:ext cx="168378" cy="143535"/>
              </a:xfrm>
              <a:custGeom>
                <a:avLst/>
                <a:gdLst>
                  <a:gd name="connsiteX0" fmla="*/ 0 w 168378"/>
                  <a:gd name="connsiteY0" fmla="*/ 0 h 143535"/>
                  <a:gd name="connsiteX1" fmla="*/ 168379 w 168378"/>
                  <a:gd name="connsiteY1" fmla="*/ 0 h 143535"/>
                  <a:gd name="connsiteX2" fmla="*/ 168379 w 168378"/>
                  <a:gd name="connsiteY2" fmla="*/ 143536 h 143535"/>
                  <a:gd name="connsiteX3" fmla="*/ 0 w 168378"/>
                  <a:gd name="connsiteY3" fmla="*/ 143536 h 14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143535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143536"/>
                    </a:lnTo>
                    <a:lnTo>
                      <a:pt x="0" y="143536"/>
                    </a:lnTo>
                    <a:close/>
                  </a:path>
                </a:pathLst>
              </a:custGeom>
              <a:solidFill>
                <a:srgbClr val="EAAA60">
                  <a:alpha val="7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D6D03F28-3270-22A7-5DAF-2D97282CBC14}"/>
                  </a:ext>
                </a:extLst>
              </p:cNvPr>
              <p:cNvSpPr/>
              <p:nvPr/>
            </p:nvSpPr>
            <p:spPr>
              <a:xfrm>
                <a:off x="5029846" y="2030159"/>
                <a:ext cx="168378" cy="884264"/>
              </a:xfrm>
              <a:custGeom>
                <a:avLst/>
                <a:gdLst>
                  <a:gd name="connsiteX0" fmla="*/ 0 w 168378"/>
                  <a:gd name="connsiteY0" fmla="*/ 0 h 884264"/>
                  <a:gd name="connsiteX1" fmla="*/ 168379 w 168378"/>
                  <a:gd name="connsiteY1" fmla="*/ 0 h 884264"/>
                  <a:gd name="connsiteX2" fmla="*/ 168379 w 168378"/>
                  <a:gd name="connsiteY2" fmla="*/ 884264 h 884264"/>
                  <a:gd name="connsiteX3" fmla="*/ 0 w 168378"/>
                  <a:gd name="connsiteY3" fmla="*/ 884264 h 8842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884264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884264"/>
                    </a:lnTo>
                    <a:lnTo>
                      <a:pt x="0" y="884264"/>
                    </a:lnTo>
                    <a:close/>
                  </a:path>
                </a:pathLst>
              </a:custGeom>
              <a:solidFill>
                <a:srgbClr val="EAAA60">
                  <a:alpha val="7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73E3B475-B1EA-6103-28D8-5AD0A2F2E9FC}"/>
                  </a:ext>
                </a:extLst>
              </p:cNvPr>
              <p:cNvSpPr/>
              <p:nvPr/>
            </p:nvSpPr>
            <p:spPr>
              <a:xfrm>
                <a:off x="6152555" y="1614779"/>
                <a:ext cx="168378" cy="1299644"/>
              </a:xfrm>
              <a:custGeom>
                <a:avLst/>
                <a:gdLst>
                  <a:gd name="connsiteX0" fmla="*/ 0 w 168378"/>
                  <a:gd name="connsiteY0" fmla="*/ 0 h 1299644"/>
                  <a:gd name="connsiteX1" fmla="*/ 168379 w 168378"/>
                  <a:gd name="connsiteY1" fmla="*/ 0 h 1299644"/>
                  <a:gd name="connsiteX2" fmla="*/ 168379 w 168378"/>
                  <a:gd name="connsiteY2" fmla="*/ 1299644 h 1299644"/>
                  <a:gd name="connsiteX3" fmla="*/ 0 w 168378"/>
                  <a:gd name="connsiteY3" fmla="*/ 1299644 h 1299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1299644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1299644"/>
                    </a:lnTo>
                    <a:lnTo>
                      <a:pt x="0" y="1299644"/>
                    </a:lnTo>
                    <a:close/>
                  </a:path>
                </a:pathLst>
              </a:custGeom>
              <a:solidFill>
                <a:srgbClr val="EAAA60">
                  <a:alpha val="7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98E4E6D3-B3C4-20A1-BDF0-CA7C7CE60DC4}"/>
                  </a:ext>
                </a:extLst>
              </p:cNvPr>
              <p:cNvSpPr/>
              <p:nvPr/>
            </p:nvSpPr>
            <p:spPr>
              <a:xfrm>
                <a:off x="5759579" y="2482481"/>
                <a:ext cx="168378" cy="431941"/>
              </a:xfrm>
              <a:custGeom>
                <a:avLst/>
                <a:gdLst>
                  <a:gd name="connsiteX0" fmla="*/ 0 w 168378"/>
                  <a:gd name="connsiteY0" fmla="*/ 0 h 431941"/>
                  <a:gd name="connsiteX1" fmla="*/ 168379 w 168378"/>
                  <a:gd name="connsiteY1" fmla="*/ 0 h 431941"/>
                  <a:gd name="connsiteX2" fmla="*/ 168379 w 168378"/>
                  <a:gd name="connsiteY2" fmla="*/ 431942 h 431941"/>
                  <a:gd name="connsiteX3" fmla="*/ 0 w 168378"/>
                  <a:gd name="connsiteY3" fmla="*/ 431942 h 431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431941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431942"/>
                    </a:lnTo>
                    <a:lnTo>
                      <a:pt x="0" y="431942"/>
                    </a:lnTo>
                    <a:close/>
                  </a:path>
                </a:pathLst>
              </a:custGeom>
              <a:solidFill>
                <a:srgbClr val="EAAA60">
                  <a:alpha val="4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C512A472-B7C6-8D2C-F08C-129E64ED0129}"/>
                  </a:ext>
                </a:extLst>
              </p:cNvPr>
              <p:cNvSpPr/>
              <p:nvPr/>
            </p:nvSpPr>
            <p:spPr>
              <a:xfrm>
                <a:off x="4636917" y="2869890"/>
                <a:ext cx="168378" cy="44532"/>
              </a:xfrm>
              <a:custGeom>
                <a:avLst/>
                <a:gdLst>
                  <a:gd name="connsiteX0" fmla="*/ 0 w 168378"/>
                  <a:gd name="connsiteY0" fmla="*/ 0 h 44532"/>
                  <a:gd name="connsiteX1" fmla="*/ 168379 w 168378"/>
                  <a:gd name="connsiteY1" fmla="*/ 0 h 44532"/>
                  <a:gd name="connsiteX2" fmla="*/ 168379 w 168378"/>
                  <a:gd name="connsiteY2" fmla="*/ 44533 h 44532"/>
                  <a:gd name="connsiteX3" fmla="*/ 0 w 168378"/>
                  <a:gd name="connsiteY3" fmla="*/ 44533 h 44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44532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44533"/>
                    </a:lnTo>
                    <a:lnTo>
                      <a:pt x="0" y="44533"/>
                    </a:lnTo>
                    <a:close/>
                  </a:path>
                </a:pathLst>
              </a:custGeom>
              <a:solidFill>
                <a:srgbClr val="EAAA60">
                  <a:alpha val="4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FB4C257-3AB6-A6FE-568C-44DC4A1E32CF}"/>
                  </a:ext>
                </a:extLst>
              </p:cNvPr>
              <p:cNvSpPr/>
              <p:nvPr/>
            </p:nvSpPr>
            <p:spPr>
              <a:xfrm>
                <a:off x="5198271" y="2694611"/>
                <a:ext cx="168378" cy="219812"/>
              </a:xfrm>
              <a:custGeom>
                <a:avLst/>
                <a:gdLst>
                  <a:gd name="connsiteX0" fmla="*/ 0 w 168378"/>
                  <a:gd name="connsiteY0" fmla="*/ 0 h 219812"/>
                  <a:gd name="connsiteX1" fmla="*/ 168379 w 168378"/>
                  <a:gd name="connsiteY1" fmla="*/ 0 h 219812"/>
                  <a:gd name="connsiteX2" fmla="*/ 168379 w 168378"/>
                  <a:gd name="connsiteY2" fmla="*/ 219812 h 219812"/>
                  <a:gd name="connsiteX3" fmla="*/ 0 w 168378"/>
                  <a:gd name="connsiteY3" fmla="*/ 219812 h 219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219812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219812"/>
                    </a:lnTo>
                    <a:lnTo>
                      <a:pt x="0" y="219812"/>
                    </a:lnTo>
                    <a:close/>
                  </a:path>
                </a:pathLst>
              </a:custGeom>
              <a:solidFill>
                <a:srgbClr val="EAAA60">
                  <a:alpha val="4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4D7A45ED-F935-2991-207B-B383D72D2B3C}"/>
                  </a:ext>
                </a:extLst>
              </p:cNvPr>
              <p:cNvSpPr/>
              <p:nvPr/>
            </p:nvSpPr>
            <p:spPr>
              <a:xfrm>
                <a:off x="6320933" y="2475535"/>
                <a:ext cx="168378" cy="438888"/>
              </a:xfrm>
              <a:custGeom>
                <a:avLst/>
                <a:gdLst>
                  <a:gd name="connsiteX0" fmla="*/ 0 w 168378"/>
                  <a:gd name="connsiteY0" fmla="*/ 0 h 438888"/>
                  <a:gd name="connsiteX1" fmla="*/ 168379 w 168378"/>
                  <a:gd name="connsiteY1" fmla="*/ 0 h 438888"/>
                  <a:gd name="connsiteX2" fmla="*/ 168379 w 168378"/>
                  <a:gd name="connsiteY2" fmla="*/ 438889 h 438888"/>
                  <a:gd name="connsiteX3" fmla="*/ 0 w 168378"/>
                  <a:gd name="connsiteY3" fmla="*/ 438889 h 438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68378" h="438888">
                    <a:moveTo>
                      <a:pt x="0" y="0"/>
                    </a:moveTo>
                    <a:lnTo>
                      <a:pt x="168379" y="0"/>
                    </a:lnTo>
                    <a:lnTo>
                      <a:pt x="168379" y="438889"/>
                    </a:lnTo>
                    <a:lnTo>
                      <a:pt x="0" y="438889"/>
                    </a:lnTo>
                    <a:close/>
                  </a:path>
                </a:pathLst>
              </a:custGeom>
              <a:solidFill>
                <a:srgbClr val="EAAA60">
                  <a:alpha val="40000"/>
                </a:srgbClr>
              </a:solidFill>
              <a:ln w="4919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88"/>
              </a:p>
            </p:txBody>
          </p:sp>
        </p:grpSp>
        <p:grpSp>
          <p:nvGrpSpPr>
            <p:cNvPr id="142" name="Graphic 74">
              <a:extLst>
                <a:ext uri="{FF2B5EF4-FFF2-40B4-BE49-F238E27FC236}">
                  <a16:creationId xmlns:a16="http://schemas.microsoft.com/office/drawing/2014/main" id="{F946CA95-AD24-35F2-4D07-01C18F117D2E}"/>
                </a:ext>
              </a:extLst>
            </p:cNvPr>
            <p:cNvGrpSpPr/>
            <p:nvPr/>
          </p:nvGrpSpPr>
          <p:grpSpPr>
            <a:xfrm>
              <a:off x="5557485" y="238098"/>
              <a:ext cx="2583676" cy="3138511"/>
              <a:chOff x="4147221" y="218340"/>
              <a:chExt cx="2460642" cy="2989056"/>
            </a:xfrm>
          </p:grpSpPr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C26794C1-4B7F-6528-1EDB-E048DC064C56}"/>
                  </a:ext>
                </a:extLst>
              </p:cNvPr>
              <p:cNvSpPr txBox="1"/>
              <p:nvPr/>
            </p:nvSpPr>
            <p:spPr>
              <a:xfrm>
                <a:off x="4147221" y="2869344"/>
                <a:ext cx="702722" cy="32240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spring</a:t>
                </a:r>
              </a:p>
            </p:txBody>
          </p:sp>
          <p:sp>
            <p:nvSpPr>
              <p:cNvPr id="150" name="TextBox 149">
                <a:extLst>
                  <a:ext uri="{FF2B5EF4-FFF2-40B4-BE49-F238E27FC236}">
                    <a16:creationId xmlns:a16="http://schemas.microsoft.com/office/drawing/2014/main" id="{C33A8290-6E1C-E415-B8AC-2715B8A958D4}"/>
                  </a:ext>
                </a:extLst>
              </p:cNvPr>
              <p:cNvSpPr txBox="1"/>
              <p:nvPr/>
            </p:nvSpPr>
            <p:spPr>
              <a:xfrm>
                <a:off x="4688792" y="2879994"/>
                <a:ext cx="869484" cy="32240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summer</a:t>
                </a:r>
              </a:p>
            </p:txBody>
          </p:sp>
          <p:sp>
            <p:nvSpPr>
              <p:cNvPr id="151" name="TextBox 150">
                <a:extLst>
                  <a:ext uri="{FF2B5EF4-FFF2-40B4-BE49-F238E27FC236}">
                    <a16:creationId xmlns:a16="http://schemas.microsoft.com/office/drawing/2014/main" id="{11CDD867-E854-7878-C7D7-4DA1AAAB391F}"/>
                  </a:ext>
                </a:extLst>
              </p:cNvPr>
              <p:cNvSpPr txBox="1"/>
              <p:nvPr/>
            </p:nvSpPr>
            <p:spPr>
              <a:xfrm>
                <a:off x="5453734" y="2884988"/>
                <a:ext cx="436363" cy="32240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fall</a:t>
                </a:r>
              </a:p>
            </p:txBody>
          </p:sp>
          <p:sp>
            <p:nvSpPr>
              <p:cNvPr id="152" name="TextBox 151">
                <a:extLst>
                  <a:ext uri="{FF2B5EF4-FFF2-40B4-BE49-F238E27FC236}">
                    <a16:creationId xmlns:a16="http://schemas.microsoft.com/office/drawing/2014/main" id="{8702C566-1A74-F38B-7B9B-558FA5758727}"/>
                  </a:ext>
                </a:extLst>
              </p:cNvPr>
              <p:cNvSpPr txBox="1"/>
              <p:nvPr/>
            </p:nvSpPr>
            <p:spPr>
              <a:xfrm>
                <a:off x="5898153" y="2883619"/>
                <a:ext cx="693458" cy="32240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winter</a:t>
                </a:r>
              </a:p>
            </p:txBody>
          </p: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FA62E7A-10E5-387B-552A-023595E41576}"/>
                  </a:ext>
                </a:extLst>
              </p:cNvPr>
              <p:cNvSpPr txBox="1"/>
              <p:nvPr/>
            </p:nvSpPr>
            <p:spPr>
              <a:xfrm>
                <a:off x="4582619" y="218340"/>
                <a:ext cx="2025244" cy="36687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Season averaged</a:t>
                </a:r>
              </a:p>
            </p:txBody>
          </p:sp>
        </p:grp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88965020-B9A7-F23A-1917-E4B62F3BCA8A}"/>
              </a:ext>
            </a:extLst>
          </p:cNvPr>
          <p:cNvGrpSpPr/>
          <p:nvPr/>
        </p:nvGrpSpPr>
        <p:grpSpPr>
          <a:xfrm>
            <a:off x="7747304" y="534424"/>
            <a:ext cx="1908324" cy="2066843"/>
            <a:chOff x="9132038" y="303844"/>
            <a:chExt cx="2895173" cy="3135665"/>
          </a:xfrm>
        </p:grpSpPr>
        <p:sp>
          <p:nvSpPr>
            <p:cNvPr id="209" name="Freeform 208">
              <a:extLst>
                <a:ext uri="{FF2B5EF4-FFF2-40B4-BE49-F238E27FC236}">
                  <a16:creationId xmlns:a16="http://schemas.microsoft.com/office/drawing/2014/main" id="{300F47FE-95FB-FC7F-D60D-697A2A11C5BC}"/>
                </a:ext>
              </a:extLst>
            </p:cNvPr>
            <p:cNvSpPr/>
            <p:nvPr/>
          </p:nvSpPr>
          <p:spPr>
            <a:xfrm>
              <a:off x="9132038" y="637370"/>
              <a:ext cx="2782389" cy="2782389"/>
            </a:xfrm>
            <a:custGeom>
              <a:avLst/>
              <a:gdLst>
                <a:gd name="connsiteX0" fmla="*/ 0 w 2782389"/>
                <a:gd name="connsiteY0" fmla="*/ 0 h 2782389"/>
                <a:gd name="connsiteX1" fmla="*/ 2782389 w 2782389"/>
                <a:gd name="connsiteY1" fmla="*/ 0 h 2782389"/>
                <a:gd name="connsiteX2" fmla="*/ 2782389 w 2782389"/>
                <a:gd name="connsiteY2" fmla="*/ 2782389 h 2782389"/>
                <a:gd name="connsiteX3" fmla="*/ 0 w 2782389"/>
                <a:gd name="connsiteY3" fmla="*/ 2782389 h 2782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82389" h="2782389">
                  <a:moveTo>
                    <a:pt x="0" y="0"/>
                  </a:moveTo>
                  <a:lnTo>
                    <a:pt x="2782389" y="0"/>
                  </a:lnTo>
                  <a:lnTo>
                    <a:pt x="2782389" y="2782389"/>
                  </a:lnTo>
                  <a:lnTo>
                    <a:pt x="0" y="2782389"/>
                  </a:lnTo>
                  <a:close/>
                </a:path>
              </a:pathLst>
            </a:custGeom>
            <a:solidFill>
              <a:srgbClr val="FFFFFF"/>
            </a:solidFill>
            <a:ln w="5167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sz="1094" dirty="0"/>
            </a:p>
          </p:txBody>
        </p:sp>
        <p:grpSp>
          <p:nvGrpSpPr>
            <p:cNvPr id="210" name="Graphic 205">
              <a:extLst>
                <a:ext uri="{FF2B5EF4-FFF2-40B4-BE49-F238E27FC236}">
                  <a16:creationId xmlns:a16="http://schemas.microsoft.com/office/drawing/2014/main" id="{7C6D6542-2C5F-63DB-89DE-0FA842C17168}"/>
                </a:ext>
              </a:extLst>
            </p:cNvPr>
            <p:cNvGrpSpPr/>
            <p:nvPr/>
          </p:nvGrpSpPr>
          <p:grpSpPr>
            <a:xfrm>
              <a:off x="9343084" y="754848"/>
              <a:ext cx="2475504" cy="2369957"/>
              <a:chOff x="1513678" y="3962917"/>
              <a:chExt cx="2475504" cy="2369957"/>
            </a:xfrm>
            <a:noFill/>
          </p:grpSpPr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4E27FA1B-7B92-8D7B-BDA1-C64F876E3309}"/>
                  </a:ext>
                </a:extLst>
              </p:cNvPr>
              <p:cNvSpPr/>
              <p:nvPr/>
            </p:nvSpPr>
            <p:spPr>
              <a:xfrm>
                <a:off x="1513678" y="6332875"/>
                <a:ext cx="2475504" cy="4830"/>
              </a:xfrm>
              <a:custGeom>
                <a:avLst/>
                <a:gdLst>
                  <a:gd name="connsiteX0" fmla="*/ 0 w 2475504"/>
                  <a:gd name="connsiteY0" fmla="*/ 0 h 4830"/>
                  <a:gd name="connsiteX1" fmla="*/ 2475505 w 2475504"/>
                  <a:gd name="connsiteY1" fmla="*/ 0 h 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5504" h="4830">
                    <a:moveTo>
                      <a:pt x="0" y="0"/>
                    </a:moveTo>
                    <a:lnTo>
                      <a:pt x="2475505" y="0"/>
                    </a:lnTo>
                  </a:path>
                </a:pathLst>
              </a:custGeom>
              <a:noFill/>
              <a:ln w="2559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43ABE739-1FD5-3518-47B5-9FC78C49AC96}"/>
                  </a:ext>
                </a:extLst>
              </p:cNvPr>
              <p:cNvSpPr/>
              <p:nvPr/>
            </p:nvSpPr>
            <p:spPr>
              <a:xfrm>
                <a:off x="1513678" y="5858903"/>
                <a:ext cx="2475504" cy="4830"/>
              </a:xfrm>
              <a:custGeom>
                <a:avLst/>
                <a:gdLst>
                  <a:gd name="connsiteX0" fmla="*/ 0 w 2475504"/>
                  <a:gd name="connsiteY0" fmla="*/ 0 h 4830"/>
                  <a:gd name="connsiteX1" fmla="*/ 2475505 w 2475504"/>
                  <a:gd name="connsiteY1" fmla="*/ 0 h 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5504" h="4830">
                    <a:moveTo>
                      <a:pt x="0" y="0"/>
                    </a:moveTo>
                    <a:lnTo>
                      <a:pt x="2475505" y="0"/>
                    </a:lnTo>
                  </a:path>
                </a:pathLst>
              </a:custGeom>
              <a:noFill/>
              <a:ln w="2559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A2F11763-96F4-10D6-71EA-273D29E11269}"/>
                  </a:ext>
                </a:extLst>
              </p:cNvPr>
              <p:cNvSpPr/>
              <p:nvPr/>
            </p:nvSpPr>
            <p:spPr>
              <a:xfrm>
                <a:off x="1513678" y="5384882"/>
                <a:ext cx="2475504" cy="4830"/>
              </a:xfrm>
              <a:custGeom>
                <a:avLst/>
                <a:gdLst>
                  <a:gd name="connsiteX0" fmla="*/ 0 w 2475504"/>
                  <a:gd name="connsiteY0" fmla="*/ 0 h 4830"/>
                  <a:gd name="connsiteX1" fmla="*/ 2475505 w 2475504"/>
                  <a:gd name="connsiteY1" fmla="*/ 0 h 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5504" h="4830">
                    <a:moveTo>
                      <a:pt x="0" y="0"/>
                    </a:moveTo>
                    <a:lnTo>
                      <a:pt x="2475505" y="0"/>
                    </a:lnTo>
                  </a:path>
                </a:pathLst>
              </a:custGeom>
              <a:noFill/>
              <a:ln w="2559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629AAA9C-765D-D15C-3FB9-6E19D98CD32B}"/>
                  </a:ext>
                </a:extLst>
              </p:cNvPr>
              <p:cNvSpPr/>
              <p:nvPr/>
            </p:nvSpPr>
            <p:spPr>
              <a:xfrm>
                <a:off x="1513678" y="4910910"/>
                <a:ext cx="2475504" cy="4830"/>
              </a:xfrm>
              <a:custGeom>
                <a:avLst/>
                <a:gdLst>
                  <a:gd name="connsiteX0" fmla="*/ 0 w 2475504"/>
                  <a:gd name="connsiteY0" fmla="*/ 0 h 4830"/>
                  <a:gd name="connsiteX1" fmla="*/ 2475505 w 2475504"/>
                  <a:gd name="connsiteY1" fmla="*/ 0 h 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5504" h="4830">
                    <a:moveTo>
                      <a:pt x="0" y="0"/>
                    </a:moveTo>
                    <a:lnTo>
                      <a:pt x="2475505" y="0"/>
                    </a:lnTo>
                  </a:path>
                </a:pathLst>
              </a:custGeom>
              <a:noFill/>
              <a:ln w="2559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C1096547-1DE0-8758-B9BF-FE6BB76B5F85}"/>
                  </a:ext>
                </a:extLst>
              </p:cNvPr>
              <p:cNvSpPr/>
              <p:nvPr/>
            </p:nvSpPr>
            <p:spPr>
              <a:xfrm>
                <a:off x="1513678" y="4436889"/>
                <a:ext cx="2475504" cy="4830"/>
              </a:xfrm>
              <a:custGeom>
                <a:avLst/>
                <a:gdLst>
                  <a:gd name="connsiteX0" fmla="*/ 0 w 2475504"/>
                  <a:gd name="connsiteY0" fmla="*/ 0 h 4830"/>
                  <a:gd name="connsiteX1" fmla="*/ 2475505 w 2475504"/>
                  <a:gd name="connsiteY1" fmla="*/ 0 h 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5504" h="4830">
                    <a:moveTo>
                      <a:pt x="0" y="0"/>
                    </a:moveTo>
                    <a:lnTo>
                      <a:pt x="2475505" y="0"/>
                    </a:lnTo>
                  </a:path>
                </a:pathLst>
              </a:custGeom>
              <a:noFill/>
              <a:ln w="2559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9FE7417E-0D71-0B2F-D516-6BBEB4902B12}"/>
                  </a:ext>
                </a:extLst>
              </p:cNvPr>
              <p:cNvSpPr/>
              <p:nvPr/>
            </p:nvSpPr>
            <p:spPr>
              <a:xfrm>
                <a:off x="1513678" y="3962917"/>
                <a:ext cx="2475504" cy="4830"/>
              </a:xfrm>
              <a:custGeom>
                <a:avLst/>
                <a:gdLst>
                  <a:gd name="connsiteX0" fmla="*/ 0 w 2475504"/>
                  <a:gd name="connsiteY0" fmla="*/ 0 h 4830"/>
                  <a:gd name="connsiteX1" fmla="*/ 2475505 w 2475504"/>
                  <a:gd name="connsiteY1" fmla="*/ 0 h 4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475504" h="4830">
                    <a:moveTo>
                      <a:pt x="0" y="0"/>
                    </a:moveTo>
                    <a:lnTo>
                      <a:pt x="2475505" y="0"/>
                    </a:lnTo>
                  </a:path>
                </a:pathLst>
              </a:custGeom>
              <a:noFill/>
              <a:ln w="2559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E0DFFFBA-77C4-2911-F20C-685FA98455A5}"/>
                  </a:ext>
                </a:extLst>
              </p:cNvPr>
              <p:cNvSpPr/>
              <p:nvPr/>
            </p:nvSpPr>
            <p:spPr>
              <a:xfrm>
                <a:off x="1513678" y="4034940"/>
                <a:ext cx="2475504" cy="1579343"/>
              </a:xfrm>
              <a:custGeom>
                <a:avLst/>
                <a:gdLst>
                  <a:gd name="connsiteX0" fmla="*/ 0 w 2475504"/>
                  <a:gd name="connsiteY0" fmla="*/ 119459 h 1579343"/>
                  <a:gd name="connsiteX1" fmla="*/ 107624 w 2475504"/>
                  <a:gd name="connsiteY1" fmla="*/ 66372 h 1579343"/>
                  <a:gd name="connsiteX2" fmla="*/ 215249 w 2475504"/>
                  <a:gd name="connsiteY2" fmla="*/ 21834 h 1579343"/>
                  <a:gd name="connsiteX3" fmla="*/ 322873 w 2475504"/>
                  <a:gd name="connsiteY3" fmla="*/ 0 h 1579343"/>
                  <a:gd name="connsiteX4" fmla="*/ 430497 w 2475504"/>
                  <a:gd name="connsiteY4" fmla="*/ 43620 h 1579343"/>
                  <a:gd name="connsiteX5" fmla="*/ 538122 w 2475504"/>
                  <a:gd name="connsiteY5" fmla="*/ 461703 h 1579343"/>
                  <a:gd name="connsiteX6" fmla="*/ 645794 w 2475504"/>
                  <a:gd name="connsiteY6" fmla="*/ 1004897 h 1579343"/>
                  <a:gd name="connsiteX7" fmla="*/ 753419 w 2475504"/>
                  <a:gd name="connsiteY7" fmla="*/ 1401146 h 1579343"/>
                  <a:gd name="connsiteX8" fmla="*/ 861043 w 2475504"/>
                  <a:gd name="connsiteY8" fmla="*/ 1565142 h 1579343"/>
                  <a:gd name="connsiteX9" fmla="*/ 968668 w 2475504"/>
                  <a:gd name="connsiteY9" fmla="*/ 1579344 h 1579343"/>
                  <a:gd name="connsiteX10" fmla="*/ 1076292 w 2475504"/>
                  <a:gd name="connsiteY10" fmla="*/ 1572726 h 1579343"/>
                  <a:gd name="connsiteX11" fmla="*/ 1183916 w 2475504"/>
                  <a:gd name="connsiteY11" fmla="*/ 1565142 h 1579343"/>
                  <a:gd name="connsiteX12" fmla="*/ 1291541 w 2475504"/>
                  <a:gd name="connsiteY12" fmla="*/ 1566108 h 1579343"/>
                  <a:gd name="connsiteX13" fmla="*/ 1399165 w 2475504"/>
                  <a:gd name="connsiteY13" fmla="*/ 1570842 h 1579343"/>
                  <a:gd name="connsiteX14" fmla="*/ 1506838 w 2475504"/>
                  <a:gd name="connsiteY14" fmla="*/ 1542390 h 1579343"/>
                  <a:gd name="connsiteX15" fmla="*/ 1614462 w 2475504"/>
                  <a:gd name="connsiteY15" fmla="*/ 1252317 h 1579343"/>
                  <a:gd name="connsiteX16" fmla="*/ 1722086 w 2475504"/>
                  <a:gd name="connsiteY16" fmla="*/ 928091 h 1579343"/>
                  <a:gd name="connsiteX17" fmla="*/ 1829711 w 2475504"/>
                  <a:gd name="connsiteY17" fmla="*/ 566912 h 1579343"/>
                  <a:gd name="connsiteX18" fmla="*/ 1937335 w 2475504"/>
                  <a:gd name="connsiteY18" fmla="*/ 259738 h 1579343"/>
                  <a:gd name="connsiteX19" fmla="*/ 2044959 w 2475504"/>
                  <a:gd name="connsiteY19" fmla="*/ 273988 h 1579343"/>
                  <a:gd name="connsiteX20" fmla="*/ 2152584 w 2475504"/>
                  <a:gd name="connsiteY20" fmla="*/ 296740 h 1579343"/>
                  <a:gd name="connsiteX21" fmla="*/ 2260208 w 2475504"/>
                  <a:gd name="connsiteY21" fmla="*/ 180131 h 1579343"/>
                  <a:gd name="connsiteX22" fmla="*/ 2367881 w 2475504"/>
                  <a:gd name="connsiteY22" fmla="*/ 176315 h 1579343"/>
                  <a:gd name="connsiteX23" fmla="*/ 2475505 w 2475504"/>
                  <a:gd name="connsiteY23" fmla="*/ 150761 h 157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75504" h="1579343">
                    <a:moveTo>
                      <a:pt x="0" y="119459"/>
                    </a:moveTo>
                    <a:lnTo>
                      <a:pt x="107624" y="66372"/>
                    </a:lnTo>
                    <a:lnTo>
                      <a:pt x="215249" y="21834"/>
                    </a:lnTo>
                    <a:lnTo>
                      <a:pt x="322873" y="0"/>
                    </a:lnTo>
                    <a:lnTo>
                      <a:pt x="430497" y="43620"/>
                    </a:lnTo>
                    <a:lnTo>
                      <a:pt x="538122" y="461703"/>
                    </a:lnTo>
                    <a:lnTo>
                      <a:pt x="645794" y="1004897"/>
                    </a:lnTo>
                    <a:lnTo>
                      <a:pt x="753419" y="1401146"/>
                    </a:lnTo>
                    <a:lnTo>
                      <a:pt x="861043" y="1565142"/>
                    </a:lnTo>
                    <a:lnTo>
                      <a:pt x="968668" y="1579344"/>
                    </a:lnTo>
                    <a:lnTo>
                      <a:pt x="1076292" y="1572726"/>
                    </a:lnTo>
                    <a:lnTo>
                      <a:pt x="1183916" y="1565142"/>
                    </a:lnTo>
                    <a:lnTo>
                      <a:pt x="1291541" y="1566108"/>
                    </a:lnTo>
                    <a:lnTo>
                      <a:pt x="1399165" y="1570842"/>
                    </a:lnTo>
                    <a:lnTo>
                      <a:pt x="1506838" y="1542390"/>
                    </a:lnTo>
                    <a:lnTo>
                      <a:pt x="1614462" y="1252317"/>
                    </a:lnTo>
                    <a:lnTo>
                      <a:pt x="1722086" y="928091"/>
                    </a:lnTo>
                    <a:lnTo>
                      <a:pt x="1829711" y="566912"/>
                    </a:lnTo>
                    <a:lnTo>
                      <a:pt x="1937335" y="259738"/>
                    </a:lnTo>
                    <a:lnTo>
                      <a:pt x="2044959" y="273988"/>
                    </a:lnTo>
                    <a:lnTo>
                      <a:pt x="2152584" y="296740"/>
                    </a:lnTo>
                    <a:lnTo>
                      <a:pt x="2260208" y="180131"/>
                    </a:lnTo>
                    <a:lnTo>
                      <a:pt x="2367881" y="176315"/>
                    </a:lnTo>
                    <a:lnTo>
                      <a:pt x="2475505" y="150761"/>
                    </a:lnTo>
                  </a:path>
                </a:pathLst>
              </a:custGeom>
              <a:noFill/>
              <a:ln w="30903" cap="flat">
                <a:solidFill>
                  <a:srgbClr val="B7B2D0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214EAE43-5FA0-ABA7-9D19-6EF0A16D183A}"/>
                  </a:ext>
                </a:extLst>
              </p:cNvPr>
              <p:cNvSpPr/>
              <p:nvPr/>
            </p:nvSpPr>
            <p:spPr>
              <a:xfrm>
                <a:off x="1513678" y="4960181"/>
                <a:ext cx="2475504" cy="859835"/>
              </a:xfrm>
              <a:custGeom>
                <a:avLst/>
                <a:gdLst>
                  <a:gd name="connsiteX0" fmla="*/ 0 w 2475504"/>
                  <a:gd name="connsiteY0" fmla="*/ 91973 h 859835"/>
                  <a:gd name="connsiteX1" fmla="*/ 107624 w 2475504"/>
                  <a:gd name="connsiteY1" fmla="*/ 55938 h 859835"/>
                  <a:gd name="connsiteX2" fmla="*/ 215249 w 2475504"/>
                  <a:gd name="connsiteY2" fmla="*/ 20868 h 859835"/>
                  <a:gd name="connsiteX3" fmla="*/ 322873 w 2475504"/>
                  <a:gd name="connsiteY3" fmla="*/ 0 h 859835"/>
                  <a:gd name="connsiteX4" fmla="*/ 430497 w 2475504"/>
                  <a:gd name="connsiteY4" fmla="*/ 3816 h 859835"/>
                  <a:gd name="connsiteX5" fmla="*/ 538122 w 2475504"/>
                  <a:gd name="connsiteY5" fmla="*/ 166847 h 859835"/>
                  <a:gd name="connsiteX6" fmla="*/ 645794 w 2475504"/>
                  <a:gd name="connsiteY6" fmla="*/ 480638 h 859835"/>
                  <a:gd name="connsiteX7" fmla="*/ 753419 w 2475504"/>
                  <a:gd name="connsiteY7" fmla="*/ 744192 h 859835"/>
                  <a:gd name="connsiteX8" fmla="*/ 861043 w 2475504"/>
                  <a:gd name="connsiteY8" fmla="*/ 846551 h 859835"/>
                  <a:gd name="connsiteX9" fmla="*/ 968668 w 2475504"/>
                  <a:gd name="connsiteY9" fmla="*/ 859835 h 859835"/>
                  <a:gd name="connsiteX10" fmla="*/ 1076292 w 2475504"/>
                  <a:gd name="connsiteY10" fmla="*/ 858869 h 859835"/>
                  <a:gd name="connsiteX11" fmla="*/ 1183916 w 2475504"/>
                  <a:gd name="connsiteY11" fmla="*/ 855102 h 859835"/>
                  <a:gd name="connsiteX12" fmla="*/ 1291541 w 2475504"/>
                  <a:gd name="connsiteY12" fmla="*/ 856019 h 859835"/>
                  <a:gd name="connsiteX13" fmla="*/ 1399165 w 2475504"/>
                  <a:gd name="connsiteY13" fmla="*/ 859835 h 859835"/>
                  <a:gd name="connsiteX14" fmla="*/ 1506838 w 2475504"/>
                  <a:gd name="connsiteY14" fmla="*/ 839934 h 859835"/>
                  <a:gd name="connsiteX15" fmla="*/ 1614462 w 2475504"/>
                  <a:gd name="connsiteY15" fmla="*/ 651253 h 859835"/>
                  <a:gd name="connsiteX16" fmla="*/ 1722086 w 2475504"/>
                  <a:gd name="connsiteY16" fmla="*/ 439869 h 859835"/>
                  <a:gd name="connsiteX17" fmla="*/ 1829711 w 2475504"/>
                  <a:gd name="connsiteY17" fmla="*/ 287272 h 859835"/>
                  <a:gd name="connsiteX18" fmla="*/ 1937335 w 2475504"/>
                  <a:gd name="connsiteY18" fmla="*/ 8550 h 859835"/>
                  <a:gd name="connsiteX19" fmla="*/ 2044959 w 2475504"/>
                  <a:gd name="connsiteY19" fmla="*/ 37002 h 859835"/>
                  <a:gd name="connsiteX20" fmla="*/ 2152584 w 2475504"/>
                  <a:gd name="connsiteY20" fmla="*/ 98591 h 859835"/>
                  <a:gd name="connsiteX21" fmla="*/ 2260208 w 2475504"/>
                  <a:gd name="connsiteY21" fmla="*/ 67338 h 859835"/>
                  <a:gd name="connsiteX22" fmla="*/ 2367881 w 2475504"/>
                  <a:gd name="connsiteY22" fmla="*/ 118493 h 859835"/>
                  <a:gd name="connsiteX23" fmla="*/ 2475505 w 2475504"/>
                  <a:gd name="connsiteY23" fmla="*/ 109025 h 8598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75504" h="859835">
                    <a:moveTo>
                      <a:pt x="0" y="91973"/>
                    </a:moveTo>
                    <a:lnTo>
                      <a:pt x="107624" y="55938"/>
                    </a:lnTo>
                    <a:lnTo>
                      <a:pt x="215249" y="20868"/>
                    </a:lnTo>
                    <a:lnTo>
                      <a:pt x="322873" y="0"/>
                    </a:lnTo>
                    <a:lnTo>
                      <a:pt x="430497" y="3816"/>
                    </a:lnTo>
                    <a:lnTo>
                      <a:pt x="538122" y="166847"/>
                    </a:lnTo>
                    <a:lnTo>
                      <a:pt x="645794" y="480638"/>
                    </a:lnTo>
                    <a:lnTo>
                      <a:pt x="753419" y="744192"/>
                    </a:lnTo>
                    <a:lnTo>
                      <a:pt x="861043" y="846551"/>
                    </a:lnTo>
                    <a:lnTo>
                      <a:pt x="968668" y="859835"/>
                    </a:lnTo>
                    <a:lnTo>
                      <a:pt x="1076292" y="858869"/>
                    </a:lnTo>
                    <a:lnTo>
                      <a:pt x="1183916" y="855102"/>
                    </a:lnTo>
                    <a:lnTo>
                      <a:pt x="1291541" y="856019"/>
                    </a:lnTo>
                    <a:lnTo>
                      <a:pt x="1399165" y="859835"/>
                    </a:lnTo>
                    <a:lnTo>
                      <a:pt x="1506838" y="839934"/>
                    </a:lnTo>
                    <a:lnTo>
                      <a:pt x="1614462" y="651253"/>
                    </a:lnTo>
                    <a:lnTo>
                      <a:pt x="1722086" y="439869"/>
                    </a:lnTo>
                    <a:lnTo>
                      <a:pt x="1829711" y="287272"/>
                    </a:lnTo>
                    <a:lnTo>
                      <a:pt x="1937335" y="8550"/>
                    </a:lnTo>
                    <a:lnTo>
                      <a:pt x="2044959" y="37002"/>
                    </a:lnTo>
                    <a:lnTo>
                      <a:pt x="2152584" y="98591"/>
                    </a:lnTo>
                    <a:lnTo>
                      <a:pt x="2260208" y="67338"/>
                    </a:lnTo>
                    <a:lnTo>
                      <a:pt x="2367881" y="118493"/>
                    </a:lnTo>
                    <a:lnTo>
                      <a:pt x="2475505" y="109025"/>
                    </a:lnTo>
                  </a:path>
                </a:pathLst>
              </a:custGeom>
              <a:noFill/>
              <a:ln w="30903" cap="flat">
                <a:solidFill>
                  <a:srgbClr val="B7B2D0">
                    <a:alpha val="7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226E86F7-545D-E2B1-0D46-89E9759A6E33}"/>
                  </a:ext>
                </a:extLst>
              </p:cNvPr>
              <p:cNvSpPr/>
              <p:nvPr/>
            </p:nvSpPr>
            <p:spPr>
              <a:xfrm>
                <a:off x="1513678" y="5801033"/>
                <a:ext cx="2475504" cy="440834"/>
              </a:xfrm>
              <a:custGeom>
                <a:avLst/>
                <a:gdLst>
                  <a:gd name="connsiteX0" fmla="*/ 0 w 2475504"/>
                  <a:gd name="connsiteY0" fmla="*/ 140327 h 440834"/>
                  <a:gd name="connsiteX1" fmla="*/ 107624 w 2475504"/>
                  <a:gd name="connsiteY1" fmla="*/ 115691 h 440834"/>
                  <a:gd name="connsiteX2" fmla="*/ 215249 w 2475504"/>
                  <a:gd name="connsiteY2" fmla="*/ 90089 h 440834"/>
                  <a:gd name="connsiteX3" fmla="*/ 322873 w 2475504"/>
                  <a:gd name="connsiteY3" fmla="*/ 71106 h 440834"/>
                  <a:gd name="connsiteX4" fmla="*/ 430497 w 2475504"/>
                  <a:gd name="connsiteY4" fmla="*/ 65454 h 440834"/>
                  <a:gd name="connsiteX5" fmla="*/ 538122 w 2475504"/>
                  <a:gd name="connsiteY5" fmla="*/ 183947 h 440834"/>
                  <a:gd name="connsiteX6" fmla="*/ 645794 w 2475504"/>
                  <a:gd name="connsiteY6" fmla="*/ 308140 h 440834"/>
                  <a:gd name="connsiteX7" fmla="*/ 753419 w 2475504"/>
                  <a:gd name="connsiteY7" fmla="*/ 407649 h 440834"/>
                  <a:gd name="connsiteX8" fmla="*/ 861043 w 2475504"/>
                  <a:gd name="connsiteY8" fmla="*/ 434217 h 440834"/>
                  <a:gd name="connsiteX9" fmla="*/ 968668 w 2475504"/>
                  <a:gd name="connsiteY9" fmla="*/ 437985 h 440834"/>
                  <a:gd name="connsiteX10" fmla="*/ 1076292 w 2475504"/>
                  <a:gd name="connsiteY10" fmla="*/ 438951 h 440834"/>
                  <a:gd name="connsiteX11" fmla="*/ 1183916 w 2475504"/>
                  <a:gd name="connsiteY11" fmla="*/ 438951 h 440834"/>
                  <a:gd name="connsiteX12" fmla="*/ 1291541 w 2475504"/>
                  <a:gd name="connsiteY12" fmla="*/ 439869 h 440834"/>
                  <a:gd name="connsiteX13" fmla="*/ 1399165 w 2475504"/>
                  <a:gd name="connsiteY13" fmla="*/ 440835 h 440834"/>
                  <a:gd name="connsiteX14" fmla="*/ 1506838 w 2475504"/>
                  <a:gd name="connsiteY14" fmla="*/ 437067 h 440834"/>
                  <a:gd name="connsiteX15" fmla="*/ 1614462 w 2475504"/>
                  <a:gd name="connsiteY15" fmla="*/ 364995 h 440834"/>
                  <a:gd name="connsiteX16" fmla="*/ 1722086 w 2475504"/>
                  <a:gd name="connsiteY16" fmla="*/ 255970 h 440834"/>
                  <a:gd name="connsiteX17" fmla="*/ 1829711 w 2475504"/>
                  <a:gd name="connsiteY17" fmla="*/ 184865 h 440834"/>
                  <a:gd name="connsiteX18" fmla="*/ 1937335 w 2475504"/>
                  <a:gd name="connsiteY18" fmla="*/ 0 h 440834"/>
                  <a:gd name="connsiteX19" fmla="*/ 2044959 w 2475504"/>
                  <a:gd name="connsiteY19" fmla="*/ 7584 h 440834"/>
                  <a:gd name="connsiteX20" fmla="*/ 2152584 w 2475504"/>
                  <a:gd name="connsiteY20" fmla="*/ 54054 h 440834"/>
                  <a:gd name="connsiteX21" fmla="*/ 2260208 w 2475504"/>
                  <a:gd name="connsiteY21" fmla="*/ 50286 h 440834"/>
                  <a:gd name="connsiteX22" fmla="*/ 2367881 w 2475504"/>
                  <a:gd name="connsiteY22" fmla="*/ 104291 h 440834"/>
                  <a:gd name="connsiteX23" fmla="*/ 2475505 w 2475504"/>
                  <a:gd name="connsiteY23" fmla="*/ 134627 h 440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75504" h="440834">
                    <a:moveTo>
                      <a:pt x="0" y="140327"/>
                    </a:moveTo>
                    <a:lnTo>
                      <a:pt x="107624" y="115691"/>
                    </a:lnTo>
                    <a:lnTo>
                      <a:pt x="215249" y="90089"/>
                    </a:lnTo>
                    <a:lnTo>
                      <a:pt x="322873" y="71106"/>
                    </a:lnTo>
                    <a:lnTo>
                      <a:pt x="430497" y="65454"/>
                    </a:lnTo>
                    <a:lnTo>
                      <a:pt x="538122" y="183947"/>
                    </a:lnTo>
                    <a:lnTo>
                      <a:pt x="645794" y="308140"/>
                    </a:lnTo>
                    <a:lnTo>
                      <a:pt x="753419" y="407649"/>
                    </a:lnTo>
                    <a:lnTo>
                      <a:pt x="861043" y="434217"/>
                    </a:lnTo>
                    <a:lnTo>
                      <a:pt x="968668" y="437985"/>
                    </a:lnTo>
                    <a:lnTo>
                      <a:pt x="1076292" y="438951"/>
                    </a:lnTo>
                    <a:lnTo>
                      <a:pt x="1183916" y="438951"/>
                    </a:lnTo>
                    <a:lnTo>
                      <a:pt x="1291541" y="439869"/>
                    </a:lnTo>
                    <a:lnTo>
                      <a:pt x="1399165" y="440835"/>
                    </a:lnTo>
                    <a:lnTo>
                      <a:pt x="1506838" y="437067"/>
                    </a:lnTo>
                    <a:lnTo>
                      <a:pt x="1614462" y="364995"/>
                    </a:lnTo>
                    <a:lnTo>
                      <a:pt x="1722086" y="255970"/>
                    </a:lnTo>
                    <a:lnTo>
                      <a:pt x="1829711" y="184865"/>
                    </a:lnTo>
                    <a:lnTo>
                      <a:pt x="1937335" y="0"/>
                    </a:lnTo>
                    <a:lnTo>
                      <a:pt x="2044959" y="7584"/>
                    </a:lnTo>
                    <a:lnTo>
                      <a:pt x="2152584" y="54054"/>
                    </a:lnTo>
                    <a:lnTo>
                      <a:pt x="2260208" y="50286"/>
                    </a:lnTo>
                    <a:lnTo>
                      <a:pt x="2367881" y="104291"/>
                    </a:lnTo>
                    <a:lnTo>
                      <a:pt x="2475505" y="134627"/>
                    </a:lnTo>
                  </a:path>
                </a:pathLst>
              </a:custGeom>
              <a:noFill/>
              <a:ln w="30903" cap="flat">
                <a:solidFill>
                  <a:srgbClr val="B7B2D0">
                    <a:alpha val="4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</p:grpSp>
        <p:grpSp>
          <p:nvGrpSpPr>
            <p:cNvPr id="220" name="Graphic 205">
              <a:extLst>
                <a:ext uri="{FF2B5EF4-FFF2-40B4-BE49-F238E27FC236}">
                  <a16:creationId xmlns:a16="http://schemas.microsoft.com/office/drawing/2014/main" id="{883F9C42-5250-15D8-0984-2ECD398A64AD}"/>
                </a:ext>
              </a:extLst>
            </p:cNvPr>
            <p:cNvGrpSpPr/>
            <p:nvPr/>
          </p:nvGrpSpPr>
          <p:grpSpPr>
            <a:xfrm>
              <a:off x="9421207" y="303844"/>
              <a:ext cx="2606004" cy="3135665"/>
              <a:chOff x="1591801" y="3511913"/>
              <a:chExt cx="2606004" cy="3135665"/>
            </a:xfrm>
          </p:grpSpPr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27F48DE-6DD6-F8F9-4D42-E08B467ACD99}"/>
                  </a:ext>
                </a:extLst>
              </p:cNvPr>
              <p:cNvSpPr txBox="1"/>
              <p:nvPr/>
            </p:nvSpPr>
            <p:spPr>
              <a:xfrm>
                <a:off x="1784834" y="6314050"/>
                <a:ext cx="652459" cy="33352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B4B1D679-2987-A600-8807-5207FF126286}"/>
                  </a:ext>
                </a:extLst>
              </p:cNvPr>
              <p:cNvSpPr txBox="1"/>
              <p:nvPr/>
            </p:nvSpPr>
            <p:spPr>
              <a:xfrm>
                <a:off x="2411258" y="6314053"/>
                <a:ext cx="759466" cy="33352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12 PM</a:t>
                </a:r>
              </a:p>
            </p:txBody>
          </p:sp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EA9DE77E-C4FE-8421-060E-4DB200D144A2}"/>
                  </a:ext>
                </a:extLst>
              </p:cNvPr>
              <p:cNvSpPr txBox="1"/>
              <p:nvPr/>
            </p:nvSpPr>
            <p:spPr>
              <a:xfrm>
                <a:off x="3073960" y="6314053"/>
                <a:ext cx="652459" cy="33352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19C3E62D-619B-B2B6-6628-57884BA768DD}"/>
                  </a:ext>
                </a:extLst>
              </p:cNvPr>
              <p:cNvSpPr txBox="1"/>
              <p:nvPr/>
            </p:nvSpPr>
            <p:spPr>
              <a:xfrm>
                <a:off x="1591801" y="3511913"/>
                <a:ext cx="2606004" cy="380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Time-of-day averaged</a:t>
                </a:r>
              </a:p>
            </p:txBody>
          </p:sp>
        </p:grp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50B61742-79A5-4A38-5A5E-0501A4F73495}"/>
              </a:ext>
            </a:extLst>
          </p:cNvPr>
          <p:cNvGrpSpPr/>
          <p:nvPr/>
        </p:nvGrpSpPr>
        <p:grpSpPr>
          <a:xfrm>
            <a:off x="1939719" y="2817623"/>
            <a:ext cx="3175953" cy="3026189"/>
            <a:chOff x="4619009" y="3612511"/>
            <a:chExt cx="4818327" cy="3164008"/>
          </a:xfrm>
        </p:grpSpPr>
        <p:grpSp>
          <p:nvGrpSpPr>
            <p:cNvPr id="250" name="Graphic 245">
              <a:extLst>
                <a:ext uri="{FF2B5EF4-FFF2-40B4-BE49-F238E27FC236}">
                  <a16:creationId xmlns:a16="http://schemas.microsoft.com/office/drawing/2014/main" id="{DBF835C9-FE88-2E11-3EEF-862D2CC47139}"/>
                </a:ext>
              </a:extLst>
            </p:cNvPr>
            <p:cNvGrpSpPr/>
            <p:nvPr/>
          </p:nvGrpSpPr>
          <p:grpSpPr>
            <a:xfrm>
              <a:off x="5040554" y="4143322"/>
              <a:ext cx="2183313" cy="1056420"/>
              <a:chOff x="5040554" y="4143322"/>
              <a:chExt cx="2183313" cy="1056420"/>
            </a:xfrm>
            <a:noFill/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C92D6E9A-8640-91A5-85A6-41BCD81E8F01}"/>
                  </a:ext>
                </a:extLst>
              </p:cNvPr>
              <p:cNvSpPr/>
              <p:nvPr/>
            </p:nvSpPr>
            <p:spPr>
              <a:xfrm>
                <a:off x="5040554" y="5199743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B658B7B3-14D6-359E-4FFA-F845EE279E4B}"/>
                  </a:ext>
                </a:extLst>
              </p:cNvPr>
              <p:cNvSpPr/>
              <p:nvPr/>
            </p:nvSpPr>
            <p:spPr>
              <a:xfrm>
                <a:off x="5040554" y="4847602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FFAC0428-8FF0-951D-37D9-6596976B0E87}"/>
                  </a:ext>
                </a:extLst>
              </p:cNvPr>
              <p:cNvSpPr/>
              <p:nvPr/>
            </p:nvSpPr>
            <p:spPr>
              <a:xfrm>
                <a:off x="5040554" y="4495462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07EE0149-E825-8AA7-00F1-CACB8EAB101D}"/>
                  </a:ext>
                </a:extLst>
              </p:cNvPr>
              <p:cNvSpPr/>
              <p:nvPr/>
            </p:nvSpPr>
            <p:spPr>
              <a:xfrm>
                <a:off x="5040554" y="4143322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99BA321D-DBEB-45E3-C278-C111B035C436}"/>
                  </a:ext>
                </a:extLst>
              </p:cNvPr>
              <p:cNvSpPr/>
              <p:nvPr/>
            </p:nvSpPr>
            <p:spPr>
              <a:xfrm>
                <a:off x="5040554" y="4741153"/>
                <a:ext cx="2183313" cy="431235"/>
              </a:xfrm>
              <a:custGeom>
                <a:avLst/>
                <a:gdLst>
                  <a:gd name="connsiteX0" fmla="*/ 0 w 2183313"/>
                  <a:gd name="connsiteY0" fmla="*/ 79096 h 431235"/>
                  <a:gd name="connsiteX1" fmla="*/ 94915 w 2183313"/>
                  <a:gd name="connsiteY1" fmla="*/ 65364 h 431235"/>
                  <a:gd name="connsiteX2" fmla="*/ 189829 w 2183313"/>
                  <a:gd name="connsiteY2" fmla="*/ 51742 h 431235"/>
                  <a:gd name="connsiteX3" fmla="*/ 284799 w 2183313"/>
                  <a:gd name="connsiteY3" fmla="*/ 46688 h 431235"/>
                  <a:gd name="connsiteX4" fmla="*/ 379714 w 2183313"/>
                  <a:gd name="connsiteY4" fmla="*/ 62562 h 431235"/>
                  <a:gd name="connsiteX5" fmla="*/ 474629 w 2183313"/>
                  <a:gd name="connsiteY5" fmla="*/ 263268 h 431235"/>
                  <a:gd name="connsiteX6" fmla="*/ 569543 w 2183313"/>
                  <a:gd name="connsiteY6" fmla="*/ 387678 h 431235"/>
                  <a:gd name="connsiteX7" fmla="*/ 664513 w 2183313"/>
                  <a:gd name="connsiteY7" fmla="*/ 418328 h 431235"/>
                  <a:gd name="connsiteX8" fmla="*/ 759428 w 2183313"/>
                  <a:gd name="connsiteY8" fmla="*/ 425249 h 431235"/>
                  <a:gd name="connsiteX9" fmla="*/ 854343 w 2183313"/>
                  <a:gd name="connsiteY9" fmla="*/ 427226 h 431235"/>
                  <a:gd name="connsiteX10" fmla="*/ 949257 w 2183313"/>
                  <a:gd name="connsiteY10" fmla="*/ 429258 h 431235"/>
                  <a:gd name="connsiteX11" fmla="*/ 1044172 w 2183313"/>
                  <a:gd name="connsiteY11" fmla="*/ 429588 h 431235"/>
                  <a:gd name="connsiteX12" fmla="*/ 1139142 w 2183313"/>
                  <a:gd name="connsiteY12" fmla="*/ 429972 h 431235"/>
                  <a:gd name="connsiteX13" fmla="*/ 1234056 w 2183313"/>
                  <a:gd name="connsiteY13" fmla="*/ 431016 h 431235"/>
                  <a:gd name="connsiteX14" fmla="*/ 1328971 w 2183313"/>
                  <a:gd name="connsiteY14" fmla="*/ 431236 h 431235"/>
                  <a:gd name="connsiteX15" fmla="*/ 1423886 w 2183313"/>
                  <a:gd name="connsiteY15" fmla="*/ 430082 h 431235"/>
                  <a:gd name="connsiteX16" fmla="*/ 1518856 w 2183313"/>
                  <a:gd name="connsiteY16" fmla="*/ 356370 h 431235"/>
                  <a:gd name="connsiteX17" fmla="*/ 1613770 w 2183313"/>
                  <a:gd name="connsiteY17" fmla="*/ 169616 h 431235"/>
                  <a:gd name="connsiteX18" fmla="*/ 1708685 w 2183313"/>
                  <a:gd name="connsiteY18" fmla="*/ 33780 h 431235"/>
                  <a:gd name="connsiteX19" fmla="*/ 1803600 w 2183313"/>
                  <a:gd name="connsiteY19" fmla="*/ 16863 h 431235"/>
                  <a:gd name="connsiteX20" fmla="*/ 1898569 w 2183313"/>
                  <a:gd name="connsiteY20" fmla="*/ 34714 h 431235"/>
                  <a:gd name="connsiteX21" fmla="*/ 1993484 w 2183313"/>
                  <a:gd name="connsiteY21" fmla="*/ 0 h 431235"/>
                  <a:gd name="connsiteX22" fmla="*/ 2088399 w 2183313"/>
                  <a:gd name="connsiteY22" fmla="*/ 50478 h 431235"/>
                  <a:gd name="connsiteX23" fmla="*/ 2183314 w 2183313"/>
                  <a:gd name="connsiteY23" fmla="*/ 81457 h 431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13" h="431235">
                    <a:moveTo>
                      <a:pt x="0" y="79096"/>
                    </a:moveTo>
                    <a:lnTo>
                      <a:pt x="94915" y="65364"/>
                    </a:lnTo>
                    <a:lnTo>
                      <a:pt x="189829" y="51742"/>
                    </a:lnTo>
                    <a:lnTo>
                      <a:pt x="284799" y="46688"/>
                    </a:lnTo>
                    <a:lnTo>
                      <a:pt x="379714" y="62562"/>
                    </a:lnTo>
                    <a:lnTo>
                      <a:pt x="474629" y="263268"/>
                    </a:lnTo>
                    <a:lnTo>
                      <a:pt x="569543" y="387678"/>
                    </a:lnTo>
                    <a:lnTo>
                      <a:pt x="664513" y="418328"/>
                    </a:lnTo>
                    <a:lnTo>
                      <a:pt x="759428" y="425249"/>
                    </a:lnTo>
                    <a:lnTo>
                      <a:pt x="854343" y="427226"/>
                    </a:lnTo>
                    <a:lnTo>
                      <a:pt x="949257" y="429258"/>
                    </a:lnTo>
                    <a:lnTo>
                      <a:pt x="1044172" y="429588"/>
                    </a:lnTo>
                    <a:lnTo>
                      <a:pt x="1139142" y="429972"/>
                    </a:lnTo>
                    <a:lnTo>
                      <a:pt x="1234056" y="431016"/>
                    </a:lnTo>
                    <a:lnTo>
                      <a:pt x="1328971" y="431236"/>
                    </a:lnTo>
                    <a:lnTo>
                      <a:pt x="1423886" y="430082"/>
                    </a:lnTo>
                    <a:lnTo>
                      <a:pt x="1518856" y="356370"/>
                    </a:lnTo>
                    <a:lnTo>
                      <a:pt x="1613770" y="169616"/>
                    </a:lnTo>
                    <a:lnTo>
                      <a:pt x="1708685" y="33780"/>
                    </a:lnTo>
                    <a:lnTo>
                      <a:pt x="1803600" y="16863"/>
                    </a:lnTo>
                    <a:lnTo>
                      <a:pt x="1898569" y="34714"/>
                    </a:lnTo>
                    <a:lnTo>
                      <a:pt x="1993484" y="0"/>
                    </a:lnTo>
                    <a:lnTo>
                      <a:pt x="2088399" y="50478"/>
                    </a:lnTo>
                    <a:lnTo>
                      <a:pt x="2183314" y="81457"/>
                    </a:lnTo>
                  </a:path>
                </a:pathLst>
              </a:custGeom>
              <a:noFill/>
              <a:ln w="23443" cap="flat">
                <a:solidFill>
                  <a:srgbClr val="7DA6C6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DAE5F2F3-74FB-0E4F-AFAE-EB9B0D279F2D}"/>
                  </a:ext>
                </a:extLst>
              </p:cNvPr>
              <p:cNvSpPr/>
              <p:nvPr/>
            </p:nvSpPr>
            <p:spPr>
              <a:xfrm>
                <a:off x="5040554" y="5009474"/>
                <a:ext cx="2183313" cy="178624"/>
              </a:xfrm>
              <a:custGeom>
                <a:avLst/>
                <a:gdLst>
                  <a:gd name="connsiteX0" fmla="*/ 0 w 2183313"/>
                  <a:gd name="connsiteY0" fmla="*/ 137813 h 178624"/>
                  <a:gd name="connsiteX1" fmla="*/ 94915 w 2183313"/>
                  <a:gd name="connsiteY1" fmla="*/ 138143 h 178624"/>
                  <a:gd name="connsiteX2" fmla="*/ 189829 w 2183313"/>
                  <a:gd name="connsiteY2" fmla="*/ 135891 h 178624"/>
                  <a:gd name="connsiteX3" fmla="*/ 284799 w 2183313"/>
                  <a:gd name="connsiteY3" fmla="*/ 134847 h 178624"/>
                  <a:gd name="connsiteX4" fmla="*/ 379714 w 2183313"/>
                  <a:gd name="connsiteY4" fmla="*/ 134023 h 178624"/>
                  <a:gd name="connsiteX5" fmla="*/ 474629 w 2183313"/>
                  <a:gd name="connsiteY5" fmla="*/ 154127 h 178624"/>
                  <a:gd name="connsiteX6" fmla="*/ 569543 w 2183313"/>
                  <a:gd name="connsiteY6" fmla="*/ 166540 h 178624"/>
                  <a:gd name="connsiteX7" fmla="*/ 664513 w 2183313"/>
                  <a:gd name="connsiteY7" fmla="*/ 173846 h 178624"/>
                  <a:gd name="connsiteX8" fmla="*/ 759428 w 2183313"/>
                  <a:gd name="connsiteY8" fmla="*/ 175603 h 178624"/>
                  <a:gd name="connsiteX9" fmla="*/ 854343 w 2183313"/>
                  <a:gd name="connsiteY9" fmla="*/ 176537 h 178624"/>
                  <a:gd name="connsiteX10" fmla="*/ 949257 w 2183313"/>
                  <a:gd name="connsiteY10" fmla="*/ 177251 h 178624"/>
                  <a:gd name="connsiteX11" fmla="*/ 1044172 w 2183313"/>
                  <a:gd name="connsiteY11" fmla="*/ 177691 h 178624"/>
                  <a:gd name="connsiteX12" fmla="*/ 1139142 w 2183313"/>
                  <a:gd name="connsiteY12" fmla="*/ 177965 h 178624"/>
                  <a:gd name="connsiteX13" fmla="*/ 1234056 w 2183313"/>
                  <a:gd name="connsiteY13" fmla="*/ 178624 h 178624"/>
                  <a:gd name="connsiteX14" fmla="*/ 1328971 w 2183313"/>
                  <a:gd name="connsiteY14" fmla="*/ 178075 h 178624"/>
                  <a:gd name="connsiteX15" fmla="*/ 1423886 w 2183313"/>
                  <a:gd name="connsiteY15" fmla="*/ 177361 h 178624"/>
                  <a:gd name="connsiteX16" fmla="*/ 1518856 w 2183313"/>
                  <a:gd name="connsiteY16" fmla="*/ 168188 h 178624"/>
                  <a:gd name="connsiteX17" fmla="*/ 1613770 w 2183313"/>
                  <a:gd name="connsiteY17" fmla="*/ 126168 h 178624"/>
                  <a:gd name="connsiteX18" fmla="*/ 1708685 w 2183313"/>
                  <a:gd name="connsiteY18" fmla="*/ 0 h 178624"/>
                  <a:gd name="connsiteX19" fmla="*/ 1803600 w 2183313"/>
                  <a:gd name="connsiteY19" fmla="*/ 5877 h 178624"/>
                  <a:gd name="connsiteX20" fmla="*/ 1898569 w 2183313"/>
                  <a:gd name="connsiteY20" fmla="*/ 46688 h 178624"/>
                  <a:gd name="connsiteX21" fmla="*/ 1993484 w 2183313"/>
                  <a:gd name="connsiteY21" fmla="*/ 44107 h 178624"/>
                  <a:gd name="connsiteX22" fmla="*/ 2088399 w 2183313"/>
                  <a:gd name="connsiteY22" fmla="*/ 107054 h 178624"/>
                  <a:gd name="connsiteX23" fmla="*/ 2183314 w 2183313"/>
                  <a:gd name="connsiteY23" fmla="*/ 130508 h 1786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13" h="178624">
                    <a:moveTo>
                      <a:pt x="0" y="137813"/>
                    </a:moveTo>
                    <a:lnTo>
                      <a:pt x="94915" y="138143"/>
                    </a:lnTo>
                    <a:lnTo>
                      <a:pt x="189829" y="135891"/>
                    </a:lnTo>
                    <a:lnTo>
                      <a:pt x="284799" y="134847"/>
                    </a:lnTo>
                    <a:lnTo>
                      <a:pt x="379714" y="134023"/>
                    </a:lnTo>
                    <a:lnTo>
                      <a:pt x="474629" y="154127"/>
                    </a:lnTo>
                    <a:lnTo>
                      <a:pt x="569543" y="166540"/>
                    </a:lnTo>
                    <a:lnTo>
                      <a:pt x="664513" y="173846"/>
                    </a:lnTo>
                    <a:lnTo>
                      <a:pt x="759428" y="175603"/>
                    </a:lnTo>
                    <a:lnTo>
                      <a:pt x="854343" y="176537"/>
                    </a:lnTo>
                    <a:lnTo>
                      <a:pt x="949257" y="177251"/>
                    </a:lnTo>
                    <a:lnTo>
                      <a:pt x="1044172" y="177691"/>
                    </a:lnTo>
                    <a:lnTo>
                      <a:pt x="1139142" y="177965"/>
                    </a:lnTo>
                    <a:lnTo>
                      <a:pt x="1234056" y="178624"/>
                    </a:lnTo>
                    <a:lnTo>
                      <a:pt x="1328971" y="178075"/>
                    </a:lnTo>
                    <a:lnTo>
                      <a:pt x="1423886" y="177361"/>
                    </a:lnTo>
                    <a:lnTo>
                      <a:pt x="1518856" y="168188"/>
                    </a:lnTo>
                    <a:lnTo>
                      <a:pt x="1613770" y="126168"/>
                    </a:lnTo>
                    <a:lnTo>
                      <a:pt x="1708685" y="0"/>
                    </a:lnTo>
                    <a:lnTo>
                      <a:pt x="1803600" y="5877"/>
                    </a:lnTo>
                    <a:lnTo>
                      <a:pt x="1898569" y="46688"/>
                    </a:lnTo>
                    <a:lnTo>
                      <a:pt x="1993484" y="44107"/>
                    </a:lnTo>
                    <a:lnTo>
                      <a:pt x="2088399" y="107054"/>
                    </a:lnTo>
                    <a:lnTo>
                      <a:pt x="2183314" y="130508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7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84E4EDC7-B51C-FC65-55A1-6EB2B395FEBA}"/>
                  </a:ext>
                </a:extLst>
              </p:cNvPr>
              <p:cNvSpPr/>
              <p:nvPr/>
            </p:nvSpPr>
            <p:spPr>
              <a:xfrm>
                <a:off x="5040554" y="5108783"/>
                <a:ext cx="2183313" cy="89916"/>
              </a:xfrm>
              <a:custGeom>
                <a:avLst/>
                <a:gdLst>
                  <a:gd name="connsiteX0" fmla="*/ 0 w 2183313"/>
                  <a:gd name="connsiteY0" fmla="*/ 83819 h 89916"/>
                  <a:gd name="connsiteX1" fmla="*/ 94915 w 2183313"/>
                  <a:gd name="connsiteY1" fmla="*/ 84478 h 89916"/>
                  <a:gd name="connsiteX2" fmla="*/ 189829 w 2183313"/>
                  <a:gd name="connsiteY2" fmla="*/ 83819 h 89916"/>
                  <a:gd name="connsiteX3" fmla="*/ 284799 w 2183313"/>
                  <a:gd name="connsiteY3" fmla="*/ 82721 h 89916"/>
                  <a:gd name="connsiteX4" fmla="*/ 379714 w 2183313"/>
                  <a:gd name="connsiteY4" fmla="*/ 81787 h 89916"/>
                  <a:gd name="connsiteX5" fmla="*/ 474629 w 2183313"/>
                  <a:gd name="connsiteY5" fmla="*/ 86236 h 89916"/>
                  <a:gd name="connsiteX6" fmla="*/ 569543 w 2183313"/>
                  <a:gd name="connsiteY6" fmla="*/ 88488 h 89916"/>
                  <a:gd name="connsiteX7" fmla="*/ 664513 w 2183313"/>
                  <a:gd name="connsiteY7" fmla="*/ 89642 h 89916"/>
                  <a:gd name="connsiteX8" fmla="*/ 759428 w 2183313"/>
                  <a:gd name="connsiteY8" fmla="*/ 89806 h 89916"/>
                  <a:gd name="connsiteX9" fmla="*/ 854343 w 2183313"/>
                  <a:gd name="connsiteY9" fmla="*/ 89916 h 89916"/>
                  <a:gd name="connsiteX10" fmla="*/ 949257 w 2183313"/>
                  <a:gd name="connsiteY10" fmla="*/ 89916 h 89916"/>
                  <a:gd name="connsiteX11" fmla="*/ 1044172 w 2183313"/>
                  <a:gd name="connsiteY11" fmla="*/ 89916 h 89916"/>
                  <a:gd name="connsiteX12" fmla="*/ 1139142 w 2183313"/>
                  <a:gd name="connsiteY12" fmla="*/ 89916 h 89916"/>
                  <a:gd name="connsiteX13" fmla="*/ 1234056 w 2183313"/>
                  <a:gd name="connsiteY13" fmla="*/ 89916 h 89916"/>
                  <a:gd name="connsiteX14" fmla="*/ 1328971 w 2183313"/>
                  <a:gd name="connsiteY14" fmla="*/ 89806 h 89916"/>
                  <a:gd name="connsiteX15" fmla="*/ 1423886 w 2183313"/>
                  <a:gd name="connsiteY15" fmla="*/ 89806 h 89916"/>
                  <a:gd name="connsiteX16" fmla="*/ 1518856 w 2183313"/>
                  <a:gd name="connsiteY16" fmla="*/ 89312 h 89916"/>
                  <a:gd name="connsiteX17" fmla="*/ 1613770 w 2183313"/>
                  <a:gd name="connsiteY17" fmla="*/ 77448 h 89916"/>
                  <a:gd name="connsiteX18" fmla="*/ 1708685 w 2183313"/>
                  <a:gd name="connsiteY18" fmla="*/ 0 h 89916"/>
                  <a:gd name="connsiteX19" fmla="*/ 1803600 w 2183313"/>
                  <a:gd name="connsiteY19" fmla="*/ 3131 h 89916"/>
                  <a:gd name="connsiteX20" fmla="*/ 1898569 w 2183313"/>
                  <a:gd name="connsiteY20" fmla="*/ 29935 h 89916"/>
                  <a:gd name="connsiteX21" fmla="*/ 1993484 w 2183313"/>
                  <a:gd name="connsiteY21" fmla="*/ 30375 h 89916"/>
                  <a:gd name="connsiteX22" fmla="*/ 2088399 w 2183313"/>
                  <a:gd name="connsiteY22" fmla="*/ 59377 h 89916"/>
                  <a:gd name="connsiteX23" fmla="*/ 2183314 w 2183313"/>
                  <a:gd name="connsiteY23" fmla="*/ 76514 h 899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13" h="89916">
                    <a:moveTo>
                      <a:pt x="0" y="83819"/>
                    </a:moveTo>
                    <a:lnTo>
                      <a:pt x="94915" y="84478"/>
                    </a:lnTo>
                    <a:lnTo>
                      <a:pt x="189829" y="83819"/>
                    </a:lnTo>
                    <a:lnTo>
                      <a:pt x="284799" y="82721"/>
                    </a:lnTo>
                    <a:lnTo>
                      <a:pt x="379714" y="81787"/>
                    </a:lnTo>
                    <a:lnTo>
                      <a:pt x="474629" y="86236"/>
                    </a:lnTo>
                    <a:lnTo>
                      <a:pt x="569543" y="88488"/>
                    </a:lnTo>
                    <a:lnTo>
                      <a:pt x="664513" y="89642"/>
                    </a:lnTo>
                    <a:lnTo>
                      <a:pt x="759428" y="89806"/>
                    </a:lnTo>
                    <a:lnTo>
                      <a:pt x="854343" y="89916"/>
                    </a:lnTo>
                    <a:lnTo>
                      <a:pt x="949257" y="89916"/>
                    </a:lnTo>
                    <a:lnTo>
                      <a:pt x="1044172" y="89916"/>
                    </a:lnTo>
                    <a:lnTo>
                      <a:pt x="1139142" y="89916"/>
                    </a:lnTo>
                    <a:lnTo>
                      <a:pt x="1234056" y="89916"/>
                    </a:lnTo>
                    <a:lnTo>
                      <a:pt x="1328971" y="89806"/>
                    </a:lnTo>
                    <a:lnTo>
                      <a:pt x="1423886" y="89806"/>
                    </a:lnTo>
                    <a:lnTo>
                      <a:pt x="1518856" y="89312"/>
                    </a:lnTo>
                    <a:lnTo>
                      <a:pt x="1613770" y="77448"/>
                    </a:lnTo>
                    <a:lnTo>
                      <a:pt x="1708685" y="0"/>
                    </a:lnTo>
                    <a:lnTo>
                      <a:pt x="1803600" y="3131"/>
                    </a:lnTo>
                    <a:lnTo>
                      <a:pt x="1898569" y="29935"/>
                    </a:lnTo>
                    <a:lnTo>
                      <a:pt x="1993484" y="30375"/>
                    </a:lnTo>
                    <a:lnTo>
                      <a:pt x="2088399" y="59377"/>
                    </a:lnTo>
                    <a:lnTo>
                      <a:pt x="2183314" y="76514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4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</p:grpSp>
        <p:grpSp>
          <p:nvGrpSpPr>
            <p:cNvPr id="258" name="Graphic 245">
              <a:extLst>
                <a:ext uri="{FF2B5EF4-FFF2-40B4-BE49-F238E27FC236}">
                  <a16:creationId xmlns:a16="http://schemas.microsoft.com/office/drawing/2014/main" id="{1600AD2A-DDA6-BFBC-8568-B5D7E0BCD61D}"/>
                </a:ext>
              </a:extLst>
            </p:cNvPr>
            <p:cNvGrpSpPr/>
            <p:nvPr/>
          </p:nvGrpSpPr>
          <p:grpSpPr>
            <a:xfrm>
              <a:off x="5040554" y="5417530"/>
              <a:ext cx="2183313" cy="1144689"/>
              <a:chOff x="5040554" y="5417530"/>
              <a:chExt cx="2183313" cy="1144689"/>
            </a:xfrm>
            <a:noFill/>
          </p:grpSpPr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6C37503F-EA29-9A84-2E0B-16554464AD6D}"/>
                  </a:ext>
                </a:extLst>
              </p:cNvPr>
              <p:cNvSpPr/>
              <p:nvPr/>
            </p:nvSpPr>
            <p:spPr>
              <a:xfrm>
                <a:off x="5040554" y="6562219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B07792F8-B295-34B5-1392-26414A61DFF5}"/>
                  </a:ext>
                </a:extLst>
              </p:cNvPr>
              <p:cNvSpPr/>
              <p:nvPr/>
            </p:nvSpPr>
            <p:spPr>
              <a:xfrm>
                <a:off x="5040554" y="6210079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A22645EB-B7EE-F41E-7B8B-D456FF23780F}"/>
                  </a:ext>
                </a:extLst>
              </p:cNvPr>
              <p:cNvSpPr/>
              <p:nvPr/>
            </p:nvSpPr>
            <p:spPr>
              <a:xfrm>
                <a:off x="5040554" y="5857939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1D4A69C2-D39B-A6B7-3D5D-F3BFBCD8AC5D}"/>
                  </a:ext>
                </a:extLst>
              </p:cNvPr>
              <p:cNvSpPr/>
              <p:nvPr/>
            </p:nvSpPr>
            <p:spPr>
              <a:xfrm>
                <a:off x="5040554" y="5505798"/>
                <a:ext cx="2183313" cy="5492"/>
              </a:xfrm>
              <a:custGeom>
                <a:avLst/>
                <a:gdLst>
                  <a:gd name="connsiteX0" fmla="*/ 0 w 2183313"/>
                  <a:gd name="connsiteY0" fmla="*/ 0 h 5492"/>
                  <a:gd name="connsiteX1" fmla="*/ 2183314 w 2183313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13" h="5492">
                    <a:moveTo>
                      <a:pt x="0" y="0"/>
                    </a:moveTo>
                    <a:lnTo>
                      <a:pt x="2183314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0D1BE228-3AF3-895B-7D10-65751ED2F348}"/>
                  </a:ext>
                </a:extLst>
              </p:cNvPr>
              <p:cNvSpPr/>
              <p:nvPr/>
            </p:nvSpPr>
            <p:spPr>
              <a:xfrm>
                <a:off x="5040554" y="5417530"/>
                <a:ext cx="2183313" cy="785628"/>
              </a:xfrm>
              <a:custGeom>
                <a:avLst/>
                <a:gdLst>
                  <a:gd name="connsiteX0" fmla="*/ 0 w 2183313"/>
                  <a:gd name="connsiteY0" fmla="*/ 50698 h 785628"/>
                  <a:gd name="connsiteX1" fmla="*/ 94915 w 2183313"/>
                  <a:gd name="connsiteY1" fmla="*/ 23015 h 785628"/>
                  <a:gd name="connsiteX2" fmla="*/ 189829 w 2183313"/>
                  <a:gd name="connsiteY2" fmla="*/ 6426 h 785628"/>
                  <a:gd name="connsiteX3" fmla="*/ 284799 w 2183313"/>
                  <a:gd name="connsiteY3" fmla="*/ 0 h 785628"/>
                  <a:gd name="connsiteX4" fmla="*/ 379714 w 2183313"/>
                  <a:gd name="connsiteY4" fmla="*/ 9173 h 785628"/>
                  <a:gd name="connsiteX5" fmla="*/ 474629 w 2183313"/>
                  <a:gd name="connsiteY5" fmla="*/ 82611 h 785628"/>
                  <a:gd name="connsiteX6" fmla="*/ 569543 w 2183313"/>
                  <a:gd name="connsiteY6" fmla="*/ 522361 h 785628"/>
                  <a:gd name="connsiteX7" fmla="*/ 664513 w 2183313"/>
                  <a:gd name="connsiteY7" fmla="*/ 748058 h 785628"/>
                  <a:gd name="connsiteX8" fmla="*/ 759428 w 2183313"/>
                  <a:gd name="connsiteY8" fmla="*/ 785628 h 785628"/>
                  <a:gd name="connsiteX9" fmla="*/ 854343 w 2183313"/>
                  <a:gd name="connsiteY9" fmla="*/ 783980 h 785628"/>
                  <a:gd name="connsiteX10" fmla="*/ 949257 w 2183313"/>
                  <a:gd name="connsiteY10" fmla="*/ 776126 h 785628"/>
                  <a:gd name="connsiteX11" fmla="*/ 1044172 w 2183313"/>
                  <a:gd name="connsiteY11" fmla="*/ 773050 h 785628"/>
                  <a:gd name="connsiteX12" fmla="*/ 1139142 w 2183313"/>
                  <a:gd name="connsiteY12" fmla="*/ 777279 h 785628"/>
                  <a:gd name="connsiteX13" fmla="*/ 1234056 w 2183313"/>
                  <a:gd name="connsiteY13" fmla="*/ 782003 h 785628"/>
                  <a:gd name="connsiteX14" fmla="*/ 1328971 w 2183313"/>
                  <a:gd name="connsiteY14" fmla="*/ 764481 h 785628"/>
                  <a:gd name="connsiteX15" fmla="*/ 1423886 w 2183313"/>
                  <a:gd name="connsiteY15" fmla="*/ 526096 h 785628"/>
                  <a:gd name="connsiteX16" fmla="*/ 1518856 w 2183313"/>
                  <a:gd name="connsiteY16" fmla="*/ 349888 h 785628"/>
                  <a:gd name="connsiteX17" fmla="*/ 1613770 w 2183313"/>
                  <a:gd name="connsiteY17" fmla="*/ 264586 h 785628"/>
                  <a:gd name="connsiteX18" fmla="*/ 1708685 w 2183313"/>
                  <a:gd name="connsiteY18" fmla="*/ 269639 h 785628"/>
                  <a:gd name="connsiteX19" fmla="*/ 1803600 w 2183313"/>
                  <a:gd name="connsiteY19" fmla="*/ 268431 h 785628"/>
                  <a:gd name="connsiteX20" fmla="*/ 1898569 w 2183313"/>
                  <a:gd name="connsiteY20" fmla="*/ 254369 h 785628"/>
                  <a:gd name="connsiteX21" fmla="*/ 1993484 w 2183313"/>
                  <a:gd name="connsiteY21" fmla="*/ 185710 h 785628"/>
                  <a:gd name="connsiteX22" fmla="*/ 2088399 w 2183313"/>
                  <a:gd name="connsiteY22" fmla="*/ 144954 h 785628"/>
                  <a:gd name="connsiteX23" fmla="*/ 2183314 w 2183313"/>
                  <a:gd name="connsiteY23" fmla="*/ 94475 h 78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13" h="785628">
                    <a:moveTo>
                      <a:pt x="0" y="50698"/>
                    </a:moveTo>
                    <a:lnTo>
                      <a:pt x="94915" y="23015"/>
                    </a:lnTo>
                    <a:lnTo>
                      <a:pt x="189829" y="6426"/>
                    </a:lnTo>
                    <a:lnTo>
                      <a:pt x="284799" y="0"/>
                    </a:lnTo>
                    <a:lnTo>
                      <a:pt x="379714" y="9173"/>
                    </a:lnTo>
                    <a:lnTo>
                      <a:pt x="474629" y="82611"/>
                    </a:lnTo>
                    <a:lnTo>
                      <a:pt x="569543" y="522361"/>
                    </a:lnTo>
                    <a:lnTo>
                      <a:pt x="664513" y="748058"/>
                    </a:lnTo>
                    <a:lnTo>
                      <a:pt x="759428" y="785628"/>
                    </a:lnTo>
                    <a:lnTo>
                      <a:pt x="854343" y="783980"/>
                    </a:lnTo>
                    <a:lnTo>
                      <a:pt x="949257" y="776126"/>
                    </a:lnTo>
                    <a:lnTo>
                      <a:pt x="1044172" y="773050"/>
                    </a:lnTo>
                    <a:lnTo>
                      <a:pt x="1139142" y="777279"/>
                    </a:lnTo>
                    <a:lnTo>
                      <a:pt x="1234056" y="782003"/>
                    </a:lnTo>
                    <a:lnTo>
                      <a:pt x="1328971" y="764481"/>
                    </a:lnTo>
                    <a:lnTo>
                      <a:pt x="1423886" y="526096"/>
                    </a:lnTo>
                    <a:lnTo>
                      <a:pt x="1518856" y="349888"/>
                    </a:lnTo>
                    <a:lnTo>
                      <a:pt x="1613770" y="264586"/>
                    </a:lnTo>
                    <a:lnTo>
                      <a:pt x="1708685" y="269639"/>
                    </a:lnTo>
                    <a:lnTo>
                      <a:pt x="1803600" y="268431"/>
                    </a:lnTo>
                    <a:lnTo>
                      <a:pt x="1898569" y="254369"/>
                    </a:lnTo>
                    <a:lnTo>
                      <a:pt x="1993484" y="185710"/>
                    </a:lnTo>
                    <a:lnTo>
                      <a:pt x="2088399" y="144954"/>
                    </a:lnTo>
                    <a:lnTo>
                      <a:pt x="2183314" y="94475"/>
                    </a:lnTo>
                  </a:path>
                </a:pathLst>
              </a:custGeom>
              <a:noFill/>
              <a:ln w="23443" cap="flat">
                <a:solidFill>
                  <a:srgbClr val="7DA6C6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20F70ABA-CAFB-5EB4-71B8-B7467EA172FA}"/>
                  </a:ext>
                </a:extLst>
              </p:cNvPr>
              <p:cNvSpPr/>
              <p:nvPr/>
            </p:nvSpPr>
            <p:spPr>
              <a:xfrm>
                <a:off x="5040554" y="5770714"/>
                <a:ext cx="2183313" cy="524722"/>
              </a:xfrm>
              <a:custGeom>
                <a:avLst/>
                <a:gdLst>
                  <a:gd name="connsiteX0" fmla="*/ 0 w 2183313"/>
                  <a:gd name="connsiteY0" fmla="*/ 61299 h 524722"/>
                  <a:gd name="connsiteX1" fmla="*/ 94915 w 2183313"/>
                  <a:gd name="connsiteY1" fmla="*/ 34659 h 524722"/>
                  <a:gd name="connsiteX2" fmla="*/ 189829 w 2183313"/>
                  <a:gd name="connsiteY2" fmla="*/ 13402 h 524722"/>
                  <a:gd name="connsiteX3" fmla="*/ 284799 w 2183313"/>
                  <a:gd name="connsiteY3" fmla="*/ 0 h 524722"/>
                  <a:gd name="connsiteX4" fmla="*/ 379714 w 2183313"/>
                  <a:gd name="connsiteY4" fmla="*/ 2472 h 524722"/>
                  <a:gd name="connsiteX5" fmla="*/ 474629 w 2183313"/>
                  <a:gd name="connsiteY5" fmla="*/ 52950 h 524722"/>
                  <a:gd name="connsiteX6" fmla="*/ 569543 w 2183313"/>
                  <a:gd name="connsiteY6" fmla="*/ 368948 h 524722"/>
                  <a:gd name="connsiteX7" fmla="*/ 664513 w 2183313"/>
                  <a:gd name="connsiteY7" fmla="*/ 497478 h 524722"/>
                  <a:gd name="connsiteX8" fmla="*/ 759428 w 2183313"/>
                  <a:gd name="connsiteY8" fmla="*/ 522470 h 524722"/>
                  <a:gd name="connsiteX9" fmla="*/ 854343 w 2183313"/>
                  <a:gd name="connsiteY9" fmla="*/ 522965 h 524722"/>
                  <a:gd name="connsiteX10" fmla="*/ 949257 w 2183313"/>
                  <a:gd name="connsiteY10" fmla="*/ 519999 h 524722"/>
                  <a:gd name="connsiteX11" fmla="*/ 1044172 w 2183313"/>
                  <a:gd name="connsiteY11" fmla="*/ 518241 h 524722"/>
                  <a:gd name="connsiteX12" fmla="*/ 1139142 w 2183313"/>
                  <a:gd name="connsiteY12" fmla="*/ 522141 h 524722"/>
                  <a:gd name="connsiteX13" fmla="*/ 1234056 w 2183313"/>
                  <a:gd name="connsiteY13" fmla="*/ 524722 h 524722"/>
                  <a:gd name="connsiteX14" fmla="*/ 1328971 w 2183313"/>
                  <a:gd name="connsiteY14" fmla="*/ 515550 h 524722"/>
                  <a:gd name="connsiteX15" fmla="*/ 1423886 w 2183313"/>
                  <a:gd name="connsiteY15" fmla="*/ 368234 h 524722"/>
                  <a:gd name="connsiteX16" fmla="*/ 1518856 w 2183313"/>
                  <a:gd name="connsiteY16" fmla="*/ 226686 h 524722"/>
                  <a:gd name="connsiteX17" fmla="*/ 1613770 w 2183313"/>
                  <a:gd name="connsiteY17" fmla="*/ 170660 h 524722"/>
                  <a:gd name="connsiteX18" fmla="*/ 1708685 w 2183313"/>
                  <a:gd name="connsiteY18" fmla="*/ 172582 h 524722"/>
                  <a:gd name="connsiteX19" fmla="*/ 1803600 w 2183313"/>
                  <a:gd name="connsiteY19" fmla="*/ 176647 h 524722"/>
                  <a:gd name="connsiteX20" fmla="*/ 1898569 w 2183313"/>
                  <a:gd name="connsiteY20" fmla="*/ 174065 h 524722"/>
                  <a:gd name="connsiteX21" fmla="*/ 1993484 w 2183313"/>
                  <a:gd name="connsiteY21" fmla="*/ 142262 h 524722"/>
                  <a:gd name="connsiteX22" fmla="*/ 2088399 w 2183313"/>
                  <a:gd name="connsiteY22" fmla="*/ 128421 h 524722"/>
                  <a:gd name="connsiteX23" fmla="*/ 2183314 w 2183313"/>
                  <a:gd name="connsiteY23" fmla="*/ 97661 h 524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13" h="524722">
                    <a:moveTo>
                      <a:pt x="0" y="61299"/>
                    </a:moveTo>
                    <a:lnTo>
                      <a:pt x="94915" y="34659"/>
                    </a:lnTo>
                    <a:lnTo>
                      <a:pt x="189829" y="13402"/>
                    </a:lnTo>
                    <a:lnTo>
                      <a:pt x="284799" y="0"/>
                    </a:lnTo>
                    <a:lnTo>
                      <a:pt x="379714" y="2472"/>
                    </a:lnTo>
                    <a:lnTo>
                      <a:pt x="474629" y="52950"/>
                    </a:lnTo>
                    <a:lnTo>
                      <a:pt x="569543" y="368948"/>
                    </a:lnTo>
                    <a:lnTo>
                      <a:pt x="664513" y="497478"/>
                    </a:lnTo>
                    <a:lnTo>
                      <a:pt x="759428" y="522470"/>
                    </a:lnTo>
                    <a:lnTo>
                      <a:pt x="854343" y="522965"/>
                    </a:lnTo>
                    <a:lnTo>
                      <a:pt x="949257" y="519999"/>
                    </a:lnTo>
                    <a:lnTo>
                      <a:pt x="1044172" y="518241"/>
                    </a:lnTo>
                    <a:lnTo>
                      <a:pt x="1139142" y="522141"/>
                    </a:lnTo>
                    <a:lnTo>
                      <a:pt x="1234056" y="524722"/>
                    </a:lnTo>
                    <a:lnTo>
                      <a:pt x="1328971" y="515550"/>
                    </a:lnTo>
                    <a:lnTo>
                      <a:pt x="1423886" y="368234"/>
                    </a:lnTo>
                    <a:lnTo>
                      <a:pt x="1518856" y="226686"/>
                    </a:lnTo>
                    <a:lnTo>
                      <a:pt x="1613770" y="170660"/>
                    </a:lnTo>
                    <a:lnTo>
                      <a:pt x="1708685" y="172582"/>
                    </a:lnTo>
                    <a:lnTo>
                      <a:pt x="1803600" y="176647"/>
                    </a:lnTo>
                    <a:lnTo>
                      <a:pt x="1898569" y="174065"/>
                    </a:lnTo>
                    <a:lnTo>
                      <a:pt x="1993484" y="142262"/>
                    </a:lnTo>
                    <a:lnTo>
                      <a:pt x="2088399" y="128421"/>
                    </a:lnTo>
                    <a:lnTo>
                      <a:pt x="2183314" y="97661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7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45487FBB-78B8-94D1-D227-68D06C9D5238}"/>
                  </a:ext>
                </a:extLst>
              </p:cNvPr>
              <p:cNvSpPr/>
              <p:nvPr/>
            </p:nvSpPr>
            <p:spPr>
              <a:xfrm>
                <a:off x="5040554" y="6246716"/>
                <a:ext cx="2183313" cy="268210"/>
              </a:xfrm>
              <a:custGeom>
                <a:avLst/>
                <a:gdLst>
                  <a:gd name="connsiteX0" fmla="*/ 0 w 2183313"/>
                  <a:gd name="connsiteY0" fmla="*/ 64210 h 268210"/>
                  <a:gd name="connsiteX1" fmla="*/ 94915 w 2183313"/>
                  <a:gd name="connsiteY1" fmla="*/ 41196 h 268210"/>
                  <a:gd name="connsiteX2" fmla="*/ 189829 w 2183313"/>
                  <a:gd name="connsiteY2" fmla="*/ 18291 h 268210"/>
                  <a:gd name="connsiteX3" fmla="*/ 284799 w 2183313"/>
                  <a:gd name="connsiteY3" fmla="*/ 3131 h 268210"/>
                  <a:gd name="connsiteX4" fmla="*/ 379714 w 2183313"/>
                  <a:gd name="connsiteY4" fmla="*/ 0 h 268210"/>
                  <a:gd name="connsiteX5" fmla="*/ 474629 w 2183313"/>
                  <a:gd name="connsiteY5" fmla="*/ 72175 h 268210"/>
                  <a:gd name="connsiteX6" fmla="*/ 569543 w 2183313"/>
                  <a:gd name="connsiteY6" fmla="*/ 226521 h 268210"/>
                  <a:gd name="connsiteX7" fmla="*/ 664513 w 2183313"/>
                  <a:gd name="connsiteY7" fmla="*/ 259532 h 268210"/>
                  <a:gd name="connsiteX8" fmla="*/ 759428 w 2183313"/>
                  <a:gd name="connsiteY8" fmla="*/ 266069 h 268210"/>
                  <a:gd name="connsiteX9" fmla="*/ 854343 w 2183313"/>
                  <a:gd name="connsiteY9" fmla="*/ 267277 h 268210"/>
                  <a:gd name="connsiteX10" fmla="*/ 949257 w 2183313"/>
                  <a:gd name="connsiteY10" fmla="*/ 267277 h 268210"/>
                  <a:gd name="connsiteX11" fmla="*/ 1044172 w 2183313"/>
                  <a:gd name="connsiteY11" fmla="*/ 267387 h 268210"/>
                  <a:gd name="connsiteX12" fmla="*/ 1139142 w 2183313"/>
                  <a:gd name="connsiteY12" fmla="*/ 268211 h 268210"/>
                  <a:gd name="connsiteX13" fmla="*/ 1234056 w 2183313"/>
                  <a:gd name="connsiteY13" fmla="*/ 268211 h 268210"/>
                  <a:gd name="connsiteX14" fmla="*/ 1328971 w 2183313"/>
                  <a:gd name="connsiteY14" fmla="*/ 265245 h 268210"/>
                  <a:gd name="connsiteX15" fmla="*/ 1423886 w 2183313"/>
                  <a:gd name="connsiteY15" fmla="*/ 209603 h 268210"/>
                  <a:gd name="connsiteX16" fmla="*/ 1518856 w 2183313"/>
                  <a:gd name="connsiteY16" fmla="*/ 131222 h 268210"/>
                  <a:gd name="connsiteX17" fmla="*/ 1613770 w 2183313"/>
                  <a:gd name="connsiteY17" fmla="*/ 95409 h 268210"/>
                  <a:gd name="connsiteX18" fmla="*/ 1708685 w 2183313"/>
                  <a:gd name="connsiteY18" fmla="*/ 82611 h 268210"/>
                  <a:gd name="connsiteX19" fmla="*/ 1803600 w 2183313"/>
                  <a:gd name="connsiteY19" fmla="*/ 89806 h 268210"/>
                  <a:gd name="connsiteX20" fmla="*/ 1898569 w 2183313"/>
                  <a:gd name="connsiteY20" fmla="*/ 107493 h 268210"/>
                  <a:gd name="connsiteX21" fmla="*/ 1993484 w 2183313"/>
                  <a:gd name="connsiteY21" fmla="*/ 79480 h 268210"/>
                  <a:gd name="connsiteX22" fmla="*/ 2088399 w 2183313"/>
                  <a:gd name="connsiteY22" fmla="*/ 93322 h 268210"/>
                  <a:gd name="connsiteX23" fmla="*/ 2183314 w 2183313"/>
                  <a:gd name="connsiteY23" fmla="*/ 84973 h 2682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13" h="268210">
                    <a:moveTo>
                      <a:pt x="0" y="64210"/>
                    </a:moveTo>
                    <a:lnTo>
                      <a:pt x="94915" y="41196"/>
                    </a:lnTo>
                    <a:lnTo>
                      <a:pt x="189829" y="18291"/>
                    </a:lnTo>
                    <a:lnTo>
                      <a:pt x="284799" y="3131"/>
                    </a:lnTo>
                    <a:lnTo>
                      <a:pt x="379714" y="0"/>
                    </a:lnTo>
                    <a:lnTo>
                      <a:pt x="474629" y="72175"/>
                    </a:lnTo>
                    <a:lnTo>
                      <a:pt x="569543" y="226521"/>
                    </a:lnTo>
                    <a:lnTo>
                      <a:pt x="664513" y="259532"/>
                    </a:lnTo>
                    <a:lnTo>
                      <a:pt x="759428" y="266069"/>
                    </a:lnTo>
                    <a:lnTo>
                      <a:pt x="854343" y="267277"/>
                    </a:lnTo>
                    <a:lnTo>
                      <a:pt x="949257" y="267277"/>
                    </a:lnTo>
                    <a:lnTo>
                      <a:pt x="1044172" y="267387"/>
                    </a:lnTo>
                    <a:lnTo>
                      <a:pt x="1139142" y="268211"/>
                    </a:lnTo>
                    <a:lnTo>
                      <a:pt x="1234056" y="268211"/>
                    </a:lnTo>
                    <a:lnTo>
                      <a:pt x="1328971" y="265245"/>
                    </a:lnTo>
                    <a:lnTo>
                      <a:pt x="1423886" y="209603"/>
                    </a:lnTo>
                    <a:lnTo>
                      <a:pt x="1518856" y="131222"/>
                    </a:lnTo>
                    <a:lnTo>
                      <a:pt x="1613770" y="95409"/>
                    </a:lnTo>
                    <a:lnTo>
                      <a:pt x="1708685" y="82611"/>
                    </a:lnTo>
                    <a:lnTo>
                      <a:pt x="1803600" y="89806"/>
                    </a:lnTo>
                    <a:lnTo>
                      <a:pt x="1898569" y="107493"/>
                    </a:lnTo>
                    <a:lnTo>
                      <a:pt x="1993484" y="79480"/>
                    </a:lnTo>
                    <a:lnTo>
                      <a:pt x="2088399" y="93322"/>
                    </a:lnTo>
                    <a:lnTo>
                      <a:pt x="2183314" y="84973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4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</p:grpSp>
        <p:grpSp>
          <p:nvGrpSpPr>
            <p:cNvPr id="266" name="Graphic 245">
              <a:extLst>
                <a:ext uri="{FF2B5EF4-FFF2-40B4-BE49-F238E27FC236}">
                  <a16:creationId xmlns:a16="http://schemas.microsoft.com/office/drawing/2014/main" id="{D12D1C96-F1B2-1998-8C55-FFEEACDDAF89}"/>
                </a:ext>
              </a:extLst>
            </p:cNvPr>
            <p:cNvGrpSpPr/>
            <p:nvPr/>
          </p:nvGrpSpPr>
          <p:grpSpPr>
            <a:xfrm>
              <a:off x="7253968" y="4143322"/>
              <a:ext cx="2183368" cy="1056420"/>
              <a:chOff x="7253968" y="4143322"/>
              <a:chExt cx="2183368" cy="1056420"/>
            </a:xfrm>
            <a:noFill/>
          </p:grpSpPr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25AAA0FF-133F-DF86-7FE0-7B2AEC319B6D}"/>
                  </a:ext>
                </a:extLst>
              </p:cNvPr>
              <p:cNvSpPr/>
              <p:nvPr/>
            </p:nvSpPr>
            <p:spPr>
              <a:xfrm>
                <a:off x="7253968" y="5199743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537C5D76-4861-88AE-B05C-11B28E2CE21C}"/>
                  </a:ext>
                </a:extLst>
              </p:cNvPr>
              <p:cNvSpPr/>
              <p:nvPr/>
            </p:nvSpPr>
            <p:spPr>
              <a:xfrm>
                <a:off x="7253968" y="4847602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4A7E6566-3DB2-E653-125C-0B904A2899E5}"/>
                  </a:ext>
                </a:extLst>
              </p:cNvPr>
              <p:cNvSpPr/>
              <p:nvPr/>
            </p:nvSpPr>
            <p:spPr>
              <a:xfrm>
                <a:off x="7253968" y="4495462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6B782451-97B8-452B-00FE-CF71DEB65A5B}"/>
                  </a:ext>
                </a:extLst>
              </p:cNvPr>
              <p:cNvSpPr/>
              <p:nvPr/>
            </p:nvSpPr>
            <p:spPr>
              <a:xfrm>
                <a:off x="7253968" y="4143322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1DDAA328-BC7A-CCF9-DA42-FBD657AAA5D2}"/>
                  </a:ext>
                </a:extLst>
              </p:cNvPr>
              <p:cNvSpPr/>
              <p:nvPr/>
            </p:nvSpPr>
            <p:spPr>
              <a:xfrm>
                <a:off x="7253968" y="4350728"/>
                <a:ext cx="2183368" cy="597116"/>
              </a:xfrm>
              <a:custGeom>
                <a:avLst/>
                <a:gdLst>
                  <a:gd name="connsiteX0" fmla="*/ 0 w 2183368"/>
                  <a:gd name="connsiteY0" fmla="*/ 103428 h 597116"/>
                  <a:gd name="connsiteX1" fmla="*/ 94970 w 2183368"/>
                  <a:gd name="connsiteY1" fmla="*/ 88598 h 597116"/>
                  <a:gd name="connsiteX2" fmla="*/ 189884 w 2183368"/>
                  <a:gd name="connsiteY2" fmla="*/ 63991 h 597116"/>
                  <a:gd name="connsiteX3" fmla="*/ 284799 w 2183368"/>
                  <a:gd name="connsiteY3" fmla="*/ 45755 h 597116"/>
                  <a:gd name="connsiteX4" fmla="*/ 379714 w 2183368"/>
                  <a:gd name="connsiteY4" fmla="*/ 72559 h 597116"/>
                  <a:gd name="connsiteX5" fmla="*/ 474629 w 2183368"/>
                  <a:gd name="connsiteY5" fmla="*/ 360489 h 597116"/>
                  <a:gd name="connsiteX6" fmla="*/ 569598 w 2183368"/>
                  <a:gd name="connsiteY6" fmla="*/ 530655 h 597116"/>
                  <a:gd name="connsiteX7" fmla="*/ 664513 w 2183368"/>
                  <a:gd name="connsiteY7" fmla="*/ 571631 h 597116"/>
                  <a:gd name="connsiteX8" fmla="*/ 759428 w 2183368"/>
                  <a:gd name="connsiteY8" fmla="*/ 585857 h 597116"/>
                  <a:gd name="connsiteX9" fmla="*/ 854343 w 2183368"/>
                  <a:gd name="connsiteY9" fmla="*/ 590910 h 597116"/>
                  <a:gd name="connsiteX10" fmla="*/ 949312 w 2183368"/>
                  <a:gd name="connsiteY10" fmla="*/ 593711 h 597116"/>
                  <a:gd name="connsiteX11" fmla="*/ 1044227 w 2183368"/>
                  <a:gd name="connsiteY11" fmla="*/ 597117 h 597116"/>
                  <a:gd name="connsiteX12" fmla="*/ 1139142 w 2183368"/>
                  <a:gd name="connsiteY12" fmla="*/ 594975 h 597116"/>
                  <a:gd name="connsiteX13" fmla="*/ 1234057 w 2183368"/>
                  <a:gd name="connsiteY13" fmla="*/ 590635 h 597116"/>
                  <a:gd name="connsiteX14" fmla="*/ 1329026 w 2183368"/>
                  <a:gd name="connsiteY14" fmla="*/ 586681 h 597116"/>
                  <a:gd name="connsiteX15" fmla="*/ 1423941 w 2183368"/>
                  <a:gd name="connsiteY15" fmla="*/ 573883 h 597116"/>
                  <a:gd name="connsiteX16" fmla="*/ 1518856 w 2183368"/>
                  <a:gd name="connsiteY16" fmla="*/ 532577 h 597116"/>
                  <a:gd name="connsiteX17" fmla="*/ 1613770 w 2183368"/>
                  <a:gd name="connsiteY17" fmla="*/ 299300 h 597116"/>
                  <a:gd name="connsiteX18" fmla="*/ 1708740 w 2183368"/>
                  <a:gd name="connsiteY18" fmla="*/ 0 h 597116"/>
                  <a:gd name="connsiteX19" fmla="*/ 1803655 w 2183368"/>
                  <a:gd name="connsiteY19" fmla="*/ 19225 h 597116"/>
                  <a:gd name="connsiteX20" fmla="*/ 1898569 w 2183368"/>
                  <a:gd name="connsiteY20" fmla="*/ 53609 h 597116"/>
                  <a:gd name="connsiteX21" fmla="*/ 1993484 w 2183368"/>
                  <a:gd name="connsiteY21" fmla="*/ 27683 h 597116"/>
                  <a:gd name="connsiteX22" fmla="*/ 2088454 w 2183368"/>
                  <a:gd name="connsiteY22" fmla="*/ 55532 h 597116"/>
                  <a:gd name="connsiteX23" fmla="*/ 2183369 w 2183368"/>
                  <a:gd name="connsiteY23" fmla="*/ 78766 h 597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68" h="597116">
                    <a:moveTo>
                      <a:pt x="0" y="103428"/>
                    </a:moveTo>
                    <a:lnTo>
                      <a:pt x="94970" y="88598"/>
                    </a:lnTo>
                    <a:lnTo>
                      <a:pt x="189884" y="63991"/>
                    </a:lnTo>
                    <a:lnTo>
                      <a:pt x="284799" y="45755"/>
                    </a:lnTo>
                    <a:lnTo>
                      <a:pt x="379714" y="72559"/>
                    </a:lnTo>
                    <a:lnTo>
                      <a:pt x="474629" y="360489"/>
                    </a:lnTo>
                    <a:lnTo>
                      <a:pt x="569598" y="530655"/>
                    </a:lnTo>
                    <a:lnTo>
                      <a:pt x="664513" y="571631"/>
                    </a:lnTo>
                    <a:lnTo>
                      <a:pt x="759428" y="585857"/>
                    </a:lnTo>
                    <a:lnTo>
                      <a:pt x="854343" y="590910"/>
                    </a:lnTo>
                    <a:lnTo>
                      <a:pt x="949312" y="593711"/>
                    </a:lnTo>
                    <a:lnTo>
                      <a:pt x="1044227" y="597117"/>
                    </a:lnTo>
                    <a:lnTo>
                      <a:pt x="1139142" y="594975"/>
                    </a:lnTo>
                    <a:lnTo>
                      <a:pt x="1234057" y="590635"/>
                    </a:lnTo>
                    <a:lnTo>
                      <a:pt x="1329026" y="586681"/>
                    </a:lnTo>
                    <a:lnTo>
                      <a:pt x="1423941" y="573883"/>
                    </a:lnTo>
                    <a:lnTo>
                      <a:pt x="1518856" y="532577"/>
                    </a:lnTo>
                    <a:lnTo>
                      <a:pt x="1613770" y="299300"/>
                    </a:lnTo>
                    <a:lnTo>
                      <a:pt x="1708740" y="0"/>
                    </a:lnTo>
                    <a:lnTo>
                      <a:pt x="1803655" y="19225"/>
                    </a:lnTo>
                    <a:lnTo>
                      <a:pt x="1898569" y="53609"/>
                    </a:lnTo>
                    <a:lnTo>
                      <a:pt x="1993484" y="27683"/>
                    </a:lnTo>
                    <a:lnTo>
                      <a:pt x="2088454" y="55532"/>
                    </a:lnTo>
                    <a:lnTo>
                      <a:pt x="2183369" y="78766"/>
                    </a:lnTo>
                  </a:path>
                </a:pathLst>
              </a:custGeom>
              <a:noFill/>
              <a:ln w="23443" cap="flat">
                <a:solidFill>
                  <a:srgbClr val="7DA6C6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6CEDC756-670E-7D5D-6470-EDC85B18554E}"/>
                  </a:ext>
                </a:extLst>
              </p:cNvPr>
              <p:cNvSpPr/>
              <p:nvPr/>
            </p:nvSpPr>
            <p:spPr>
              <a:xfrm>
                <a:off x="7253968" y="4592299"/>
                <a:ext cx="2183368" cy="426072"/>
              </a:xfrm>
              <a:custGeom>
                <a:avLst/>
                <a:gdLst>
                  <a:gd name="connsiteX0" fmla="*/ 0 w 2183368"/>
                  <a:gd name="connsiteY0" fmla="*/ 177800 h 426072"/>
                  <a:gd name="connsiteX1" fmla="*/ 94970 w 2183368"/>
                  <a:gd name="connsiteY1" fmla="*/ 168408 h 426072"/>
                  <a:gd name="connsiteX2" fmla="*/ 189884 w 2183368"/>
                  <a:gd name="connsiteY2" fmla="*/ 150337 h 426072"/>
                  <a:gd name="connsiteX3" fmla="*/ 284799 w 2183368"/>
                  <a:gd name="connsiteY3" fmla="*/ 138362 h 426072"/>
                  <a:gd name="connsiteX4" fmla="*/ 379714 w 2183368"/>
                  <a:gd name="connsiteY4" fmla="*/ 137703 h 426072"/>
                  <a:gd name="connsiteX5" fmla="*/ 474629 w 2183368"/>
                  <a:gd name="connsiteY5" fmla="*/ 276999 h 426072"/>
                  <a:gd name="connsiteX6" fmla="*/ 569598 w 2183368"/>
                  <a:gd name="connsiteY6" fmla="*/ 373946 h 426072"/>
                  <a:gd name="connsiteX7" fmla="*/ 664513 w 2183368"/>
                  <a:gd name="connsiteY7" fmla="*/ 402619 h 426072"/>
                  <a:gd name="connsiteX8" fmla="*/ 759428 w 2183368"/>
                  <a:gd name="connsiteY8" fmla="*/ 413165 h 426072"/>
                  <a:gd name="connsiteX9" fmla="*/ 854343 w 2183368"/>
                  <a:gd name="connsiteY9" fmla="*/ 419646 h 426072"/>
                  <a:gd name="connsiteX10" fmla="*/ 949312 w 2183368"/>
                  <a:gd name="connsiteY10" fmla="*/ 423601 h 426072"/>
                  <a:gd name="connsiteX11" fmla="*/ 1044227 w 2183368"/>
                  <a:gd name="connsiteY11" fmla="*/ 426073 h 426072"/>
                  <a:gd name="connsiteX12" fmla="*/ 1139142 w 2183368"/>
                  <a:gd name="connsiteY12" fmla="*/ 425523 h 426072"/>
                  <a:gd name="connsiteX13" fmla="*/ 1234057 w 2183368"/>
                  <a:gd name="connsiteY13" fmla="*/ 425029 h 426072"/>
                  <a:gd name="connsiteX14" fmla="*/ 1329026 w 2183368"/>
                  <a:gd name="connsiteY14" fmla="*/ 423985 h 426072"/>
                  <a:gd name="connsiteX15" fmla="*/ 1423941 w 2183368"/>
                  <a:gd name="connsiteY15" fmla="*/ 415636 h 426072"/>
                  <a:gd name="connsiteX16" fmla="*/ 1518856 w 2183368"/>
                  <a:gd name="connsiteY16" fmla="*/ 383339 h 426072"/>
                  <a:gd name="connsiteX17" fmla="*/ 1613770 w 2183368"/>
                  <a:gd name="connsiteY17" fmla="*/ 273869 h 426072"/>
                  <a:gd name="connsiteX18" fmla="*/ 1708740 w 2183368"/>
                  <a:gd name="connsiteY18" fmla="*/ 0 h 426072"/>
                  <a:gd name="connsiteX19" fmla="*/ 1803655 w 2183368"/>
                  <a:gd name="connsiteY19" fmla="*/ 17851 h 426072"/>
                  <a:gd name="connsiteX20" fmla="*/ 1898569 w 2183368"/>
                  <a:gd name="connsiteY20" fmla="*/ 71571 h 426072"/>
                  <a:gd name="connsiteX21" fmla="*/ 1993484 w 2183368"/>
                  <a:gd name="connsiteY21" fmla="*/ 77118 h 426072"/>
                  <a:gd name="connsiteX22" fmla="*/ 2088454 w 2183368"/>
                  <a:gd name="connsiteY22" fmla="*/ 127597 h 426072"/>
                  <a:gd name="connsiteX23" fmla="*/ 2183369 w 2183368"/>
                  <a:gd name="connsiteY23" fmla="*/ 150831 h 426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68" h="426072">
                    <a:moveTo>
                      <a:pt x="0" y="177800"/>
                    </a:moveTo>
                    <a:lnTo>
                      <a:pt x="94970" y="168408"/>
                    </a:lnTo>
                    <a:lnTo>
                      <a:pt x="189884" y="150337"/>
                    </a:lnTo>
                    <a:lnTo>
                      <a:pt x="284799" y="138362"/>
                    </a:lnTo>
                    <a:lnTo>
                      <a:pt x="379714" y="137703"/>
                    </a:lnTo>
                    <a:lnTo>
                      <a:pt x="474629" y="276999"/>
                    </a:lnTo>
                    <a:lnTo>
                      <a:pt x="569598" y="373946"/>
                    </a:lnTo>
                    <a:lnTo>
                      <a:pt x="664513" y="402619"/>
                    </a:lnTo>
                    <a:lnTo>
                      <a:pt x="759428" y="413165"/>
                    </a:lnTo>
                    <a:lnTo>
                      <a:pt x="854343" y="419646"/>
                    </a:lnTo>
                    <a:lnTo>
                      <a:pt x="949312" y="423601"/>
                    </a:lnTo>
                    <a:lnTo>
                      <a:pt x="1044227" y="426073"/>
                    </a:lnTo>
                    <a:lnTo>
                      <a:pt x="1139142" y="425523"/>
                    </a:lnTo>
                    <a:lnTo>
                      <a:pt x="1234057" y="425029"/>
                    </a:lnTo>
                    <a:lnTo>
                      <a:pt x="1329026" y="423985"/>
                    </a:lnTo>
                    <a:lnTo>
                      <a:pt x="1423941" y="415636"/>
                    </a:lnTo>
                    <a:lnTo>
                      <a:pt x="1518856" y="383339"/>
                    </a:lnTo>
                    <a:lnTo>
                      <a:pt x="1613770" y="273869"/>
                    </a:lnTo>
                    <a:lnTo>
                      <a:pt x="1708740" y="0"/>
                    </a:lnTo>
                    <a:lnTo>
                      <a:pt x="1803655" y="17851"/>
                    </a:lnTo>
                    <a:lnTo>
                      <a:pt x="1898569" y="71571"/>
                    </a:lnTo>
                    <a:lnTo>
                      <a:pt x="1993484" y="77118"/>
                    </a:lnTo>
                    <a:lnTo>
                      <a:pt x="2088454" y="127597"/>
                    </a:lnTo>
                    <a:lnTo>
                      <a:pt x="2183369" y="150831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7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CE913FDE-C26D-AB1E-9DD9-C44906E157E6}"/>
                  </a:ext>
                </a:extLst>
              </p:cNvPr>
              <p:cNvSpPr/>
              <p:nvPr/>
            </p:nvSpPr>
            <p:spPr>
              <a:xfrm>
                <a:off x="7253968" y="4943945"/>
                <a:ext cx="2183368" cy="241955"/>
              </a:xfrm>
              <a:custGeom>
                <a:avLst/>
                <a:gdLst>
                  <a:gd name="connsiteX0" fmla="*/ 0 w 2183368"/>
                  <a:gd name="connsiteY0" fmla="*/ 164728 h 241955"/>
                  <a:gd name="connsiteX1" fmla="*/ 94970 w 2183368"/>
                  <a:gd name="connsiteY1" fmla="*/ 163080 h 241955"/>
                  <a:gd name="connsiteX2" fmla="*/ 189884 w 2183368"/>
                  <a:gd name="connsiteY2" fmla="*/ 155060 h 241955"/>
                  <a:gd name="connsiteX3" fmla="*/ 284799 w 2183368"/>
                  <a:gd name="connsiteY3" fmla="*/ 145668 h 241955"/>
                  <a:gd name="connsiteX4" fmla="*/ 379714 w 2183368"/>
                  <a:gd name="connsiteY4" fmla="*/ 141933 h 241955"/>
                  <a:gd name="connsiteX5" fmla="*/ 474629 w 2183368"/>
                  <a:gd name="connsiteY5" fmla="*/ 227510 h 241955"/>
                  <a:gd name="connsiteX6" fmla="*/ 569598 w 2183368"/>
                  <a:gd name="connsiteY6" fmla="*/ 236902 h 241955"/>
                  <a:gd name="connsiteX7" fmla="*/ 664513 w 2183368"/>
                  <a:gd name="connsiteY7" fmla="*/ 239594 h 241955"/>
                  <a:gd name="connsiteX8" fmla="*/ 759428 w 2183368"/>
                  <a:gd name="connsiteY8" fmla="*/ 240912 h 241955"/>
                  <a:gd name="connsiteX9" fmla="*/ 854343 w 2183368"/>
                  <a:gd name="connsiteY9" fmla="*/ 241571 h 241955"/>
                  <a:gd name="connsiteX10" fmla="*/ 949312 w 2183368"/>
                  <a:gd name="connsiteY10" fmla="*/ 241956 h 241955"/>
                  <a:gd name="connsiteX11" fmla="*/ 1044227 w 2183368"/>
                  <a:gd name="connsiteY11" fmla="*/ 241956 h 241955"/>
                  <a:gd name="connsiteX12" fmla="*/ 1139142 w 2183368"/>
                  <a:gd name="connsiteY12" fmla="*/ 241846 h 241955"/>
                  <a:gd name="connsiteX13" fmla="*/ 1234057 w 2183368"/>
                  <a:gd name="connsiteY13" fmla="*/ 241846 h 241955"/>
                  <a:gd name="connsiteX14" fmla="*/ 1329026 w 2183368"/>
                  <a:gd name="connsiteY14" fmla="*/ 241461 h 241955"/>
                  <a:gd name="connsiteX15" fmla="*/ 1423941 w 2183368"/>
                  <a:gd name="connsiteY15" fmla="*/ 240198 h 241955"/>
                  <a:gd name="connsiteX16" fmla="*/ 1518856 w 2183368"/>
                  <a:gd name="connsiteY16" fmla="*/ 218556 h 241955"/>
                  <a:gd name="connsiteX17" fmla="*/ 1613770 w 2183368"/>
                  <a:gd name="connsiteY17" fmla="*/ 169067 h 241955"/>
                  <a:gd name="connsiteX18" fmla="*/ 1708740 w 2183368"/>
                  <a:gd name="connsiteY18" fmla="*/ 3900 h 241955"/>
                  <a:gd name="connsiteX19" fmla="*/ 1803655 w 2183368"/>
                  <a:gd name="connsiteY19" fmla="*/ 0 h 241955"/>
                  <a:gd name="connsiteX20" fmla="*/ 1898569 w 2183368"/>
                  <a:gd name="connsiteY20" fmla="*/ 24553 h 241955"/>
                  <a:gd name="connsiteX21" fmla="*/ 1993484 w 2183368"/>
                  <a:gd name="connsiteY21" fmla="*/ 46359 h 241955"/>
                  <a:gd name="connsiteX22" fmla="*/ 2088454 w 2183368"/>
                  <a:gd name="connsiteY22" fmla="*/ 84424 h 241955"/>
                  <a:gd name="connsiteX23" fmla="*/ 2183369 w 2183368"/>
                  <a:gd name="connsiteY23" fmla="*/ 128311 h 241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68" h="241955">
                    <a:moveTo>
                      <a:pt x="0" y="164728"/>
                    </a:moveTo>
                    <a:lnTo>
                      <a:pt x="94970" y="163080"/>
                    </a:lnTo>
                    <a:lnTo>
                      <a:pt x="189884" y="155060"/>
                    </a:lnTo>
                    <a:lnTo>
                      <a:pt x="284799" y="145668"/>
                    </a:lnTo>
                    <a:lnTo>
                      <a:pt x="379714" y="141933"/>
                    </a:lnTo>
                    <a:lnTo>
                      <a:pt x="474629" y="227510"/>
                    </a:lnTo>
                    <a:lnTo>
                      <a:pt x="569598" y="236902"/>
                    </a:lnTo>
                    <a:lnTo>
                      <a:pt x="664513" y="239594"/>
                    </a:lnTo>
                    <a:lnTo>
                      <a:pt x="759428" y="240912"/>
                    </a:lnTo>
                    <a:lnTo>
                      <a:pt x="854343" y="241571"/>
                    </a:lnTo>
                    <a:lnTo>
                      <a:pt x="949312" y="241956"/>
                    </a:lnTo>
                    <a:lnTo>
                      <a:pt x="1044227" y="241956"/>
                    </a:lnTo>
                    <a:lnTo>
                      <a:pt x="1139142" y="241846"/>
                    </a:lnTo>
                    <a:lnTo>
                      <a:pt x="1234057" y="241846"/>
                    </a:lnTo>
                    <a:lnTo>
                      <a:pt x="1329026" y="241461"/>
                    </a:lnTo>
                    <a:lnTo>
                      <a:pt x="1423941" y="240198"/>
                    </a:lnTo>
                    <a:lnTo>
                      <a:pt x="1518856" y="218556"/>
                    </a:lnTo>
                    <a:lnTo>
                      <a:pt x="1613770" y="169067"/>
                    </a:lnTo>
                    <a:lnTo>
                      <a:pt x="1708740" y="3900"/>
                    </a:lnTo>
                    <a:lnTo>
                      <a:pt x="1803655" y="0"/>
                    </a:lnTo>
                    <a:lnTo>
                      <a:pt x="1898569" y="24553"/>
                    </a:lnTo>
                    <a:lnTo>
                      <a:pt x="1993484" y="46359"/>
                    </a:lnTo>
                    <a:lnTo>
                      <a:pt x="2088454" y="84424"/>
                    </a:lnTo>
                    <a:lnTo>
                      <a:pt x="2183369" y="128311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4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</p:grpSp>
        <p:grpSp>
          <p:nvGrpSpPr>
            <p:cNvPr id="274" name="Graphic 245">
              <a:extLst>
                <a:ext uri="{FF2B5EF4-FFF2-40B4-BE49-F238E27FC236}">
                  <a16:creationId xmlns:a16="http://schemas.microsoft.com/office/drawing/2014/main" id="{3268B4BC-6852-7066-FA07-C36C9CC51BD1}"/>
                </a:ext>
              </a:extLst>
            </p:cNvPr>
            <p:cNvGrpSpPr/>
            <p:nvPr/>
          </p:nvGrpSpPr>
          <p:grpSpPr>
            <a:xfrm>
              <a:off x="7253968" y="5505798"/>
              <a:ext cx="2183368" cy="1056420"/>
              <a:chOff x="7253968" y="5505798"/>
              <a:chExt cx="2183368" cy="1056420"/>
            </a:xfrm>
            <a:noFill/>
          </p:grpSpPr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54A734D8-BF55-3924-EDCC-7EF47812555B}"/>
                  </a:ext>
                </a:extLst>
              </p:cNvPr>
              <p:cNvSpPr/>
              <p:nvPr/>
            </p:nvSpPr>
            <p:spPr>
              <a:xfrm>
                <a:off x="7253968" y="6562219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68DB4D6B-F735-6D2C-6237-230DDD9A0BAD}"/>
                  </a:ext>
                </a:extLst>
              </p:cNvPr>
              <p:cNvSpPr/>
              <p:nvPr/>
            </p:nvSpPr>
            <p:spPr>
              <a:xfrm>
                <a:off x="7253968" y="6210079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3905D649-CA75-728D-1A59-231A4FBA0A89}"/>
                  </a:ext>
                </a:extLst>
              </p:cNvPr>
              <p:cNvSpPr/>
              <p:nvPr/>
            </p:nvSpPr>
            <p:spPr>
              <a:xfrm>
                <a:off x="7253968" y="5857939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9A60BC3D-04FE-09CC-282B-00CA9D39AB94}"/>
                  </a:ext>
                </a:extLst>
              </p:cNvPr>
              <p:cNvSpPr/>
              <p:nvPr/>
            </p:nvSpPr>
            <p:spPr>
              <a:xfrm>
                <a:off x="7253968" y="5505798"/>
                <a:ext cx="2183368" cy="5492"/>
              </a:xfrm>
              <a:custGeom>
                <a:avLst/>
                <a:gdLst>
                  <a:gd name="connsiteX0" fmla="*/ 0 w 2183368"/>
                  <a:gd name="connsiteY0" fmla="*/ 0 h 5492"/>
                  <a:gd name="connsiteX1" fmla="*/ 2183369 w 2183368"/>
                  <a:gd name="connsiteY1" fmla="*/ 0 h 5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183368" h="5492">
                    <a:moveTo>
                      <a:pt x="0" y="0"/>
                    </a:moveTo>
                    <a:lnTo>
                      <a:pt x="2183369" y="0"/>
                    </a:lnTo>
                  </a:path>
                </a:pathLst>
              </a:custGeom>
              <a:noFill/>
              <a:ln w="2910" cap="flat">
                <a:solidFill>
                  <a:srgbClr val="CCCCCC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44D4D36D-F21B-CAD7-8DB9-66F58238F0EB}"/>
                  </a:ext>
                </a:extLst>
              </p:cNvPr>
              <p:cNvSpPr/>
              <p:nvPr/>
            </p:nvSpPr>
            <p:spPr>
              <a:xfrm>
                <a:off x="7253968" y="5532548"/>
                <a:ext cx="2183368" cy="627876"/>
              </a:xfrm>
              <a:custGeom>
                <a:avLst/>
                <a:gdLst>
                  <a:gd name="connsiteX0" fmla="*/ 0 w 2183368"/>
                  <a:gd name="connsiteY0" fmla="*/ 31254 h 627876"/>
                  <a:gd name="connsiteX1" fmla="*/ 94970 w 2183368"/>
                  <a:gd name="connsiteY1" fmla="*/ 11864 h 627876"/>
                  <a:gd name="connsiteX2" fmla="*/ 189884 w 2183368"/>
                  <a:gd name="connsiteY2" fmla="*/ 1868 h 627876"/>
                  <a:gd name="connsiteX3" fmla="*/ 284799 w 2183368"/>
                  <a:gd name="connsiteY3" fmla="*/ 0 h 627876"/>
                  <a:gd name="connsiteX4" fmla="*/ 379714 w 2183368"/>
                  <a:gd name="connsiteY4" fmla="*/ 13292 h 627876"/>
                  <a:gd name="connsiteX5" fmla="*/ 474629 w 2183368"/>
                  <a:gd name="connsiteY5" fmla="*/ 57070 h 627876"/>
                  <a:gd name="connsiteX6" fmla="*/ 569598 w 2183368"/>
                  <a:gd name="connsiteY6" fmla="*/ 127267 h 627876"/>
                  <a:gd name="connsiteX7" fmla="*/ 664513 w 2183368"/>
                  <a:gd name="connsiteY7" fmla="*/ 422942 h 627876"/>
                  <a:gd name="connsiteX8" fmla="*/ 759428 w 2183368"/>
                  <a:gd name="connsiteY8" fmla="*/ 610135 h 627876"/>
                  <a:gd name="connsiteX9" fmla="*/ 854343 w 2183368"/>
                  <a:gd name="connsiteY9" fmla="*/ 627876 h 627876"/>
                  <a:gd name="connsiteX10" fmla="*/ 949312 w 2183368"/>
                  <a:gd name="connsiteY10" fmla="*/ 621560 h 627876"/>
                  <a:gd name="connsiteX11" fmla="*/ 1044227 w 2183368"/>
                  <a:gd name="connsiteY11" fmla="*/ 608157 h 627876"/>
                  <a:gd name="connsiteX12" fmla="*/ 1139142 w 2183368"/>
                  <a:gd name="connsiteY12" fmla="*/ 608047 h 627876"/>
                  <a:gd name="connsiteX13" fmla="*/ 1234057 w 2183368"/>
                  <a:gd name="connsiteY13" fmla="*/ 617660 h 627876"/>
                  <a:gd name="connsiteX14" fmla="*/ 1329026 w 2183368"/>
                  <a:gd name="connsiteY14" fmla="*/ 597117 h 627876"/>
                  <a:gd name="connsiteX15" fmla="*/ 1423941 w 2183368"/>
                  <a:gd name="connsiteY15" fmla="*/ 393446 h 627876"/>
                  <a:gd name="connsiteX16" fmla="*/ 1518856 w 2183368"/>
                  <a:gd name="connsiteY16" fmla="*/ 192136 h 627876"/>
                  <a:gd name="connsiteX17" fmla="*/ 1613770 w 2183368"/>
                  <a:gd name="connsiteY17" fmla="*/ 229707 h 627876"/>
                  <a:gd name="connsiteX18" fmla="*/ 1708740 w 2183368"/>
                  <a:gd name="connsiteY18" fmla="*/ 230805 h 627876"/>
                  <a:gd name="connsiteX19" fmla="*/ 1803655 w 2183368"/>
                  <a:gd name="connsiteY19" fmla="*/ 229158 h 627876"/>
                  <a:gd name="connsiteX20" fmla="*/ 1898569 w 2183368"/>
                  <a:gd name="connsiteY20" fmla="*/ 209164 h 627876"/>
                  <a:gd name="connsiteX21" fmla="*/ 1993484 w 2183368"/>
                  <a:gd name="connsiteY21" fmla="*/ 162366 h 627876"/>
                  <a:gd name="connsiteX22" fmla="*/ 2088454 w 2183368"/>
                  <a:gd name="connsiteY22" fmla="*/ 109745 h 627876"/>
                  <a:gd name="connsiteX23" fmla="*/ 2183369 w 2183368"/>
                  <a:gd name="connsiteY23" fmla="*/ 61189 h 627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68" h="627876">
                    <a:moveTo>
                      <a:pt x="0" y="31254"/>
                    </a:moveTo>
                    <a:lnTo>
                      <a:pt x="94970" y="11864"/>
                    </a:lnTo>
                    <a:lnTo>
                      <a:pt x="189884" y="1868"/>
                    </a:lnTo>
                    <a:lnTo>
                      <a:pt x="284799" y="0"/>
                    </a:lnTo>
                    <a:lnTo>
                      <a:pt x="379714" y="13292"/>
                    </a:lnTo>
                    <a:lnTo>
                      <a:pt x="474629" y="57070"/>
                    </a:lnTo>
                    <a:lnTo>
                      <a:pt x="569598" y="127267"/>
                    </a:lnTo>
                    <a:lnTo>
                      <a:pt x="664513" y="422942"/>
                    </a:lnTo>
                    <a:lnTo>
                      <a:pt x="759428" y="610135"/>
                    </a:lnTo>
                    <a:lnTo>
                      <a:pt x="854343" y="627876"/>
                    </a:lnTo>
                    <a:lnTo>
                      <a:pt x="949312" y="621560"/>
                    </a:lnTo>
                    <a:lnTo>
                      <a:pt x="1044227" y="608157"/>
                    </a:lnTo>
                    <a:lnTo>
                      <a:pt x="1139142" y="608047"/>
                    </a:lnTo>
                    <a:lnTo>
                      <a:pt x="1234057" y="617660"/>
                    </a:lnTo>
                    <a:lnTo>
                      <a:pt x="1329026" y="597117"/>
                    </a:lnTo>
                    <a:lnTo>
                      <a:pt x="1423941" y="393446"/>
                    </a:lnTo>
                    <a:lnTo>
                      <a:pt x="1518856" y="192136"/>
                    </a:lnTo>
                    <a:lnTo>
                      <a:pt x="1613770" y="229707"/>
                    </a:lnTo>
                    <a:lnTo>
                      <a:pt x="1708740" y="230805"/>
                    </a:lnTo>
                    <a:lnTo>
                      <a:pt x="1803655" y="229158"/>
                    </a:lnTo>
                    <a:lnTo>
                      <a:pt x="1898569" y="209164"/>
                    </a:lnTo>
                    <a:lnTo>
                      <a:pt x="1993484" y="162366"/>
                    </a:lnTo>
                    <a:lnTo>
                      <a:pt x="2088454" y="109745"/>
                    </a:lnTo>
                    <a:lnTo>
                      <a:pt x="2183369" y="61189"/>
                    </a:lnTo>
                  </a:path>
                </a:pathLst>
              </a:custGeom>
              <a:noFill/>
              <a:ln w="23443" cap="flat">
                <a:solidFill>
                  <a:srgbClr val="7DA6C6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CE4FC880-11E3-D01F-ABA4-5EB591EB8D26}"/>
                  </a:ext>
                </a:extLst>
              </p:cNvPr>
              <p:cNvSpPr/>
              <p:nvPr/>
            </p:nvSpPr>
            <p:spPr>
              <a:xfrm>
                <a:off x="7253968" y="5867331"/>
                <a:ext cx="2183368" cy="416350"/>
              </a:xfrm>
              <a:custGeom>
                <a:avLst/>
                <a:gdLst>
                  <a:gd name="connsiteX0" fmla="*/ 0 w 2183368"/>
                  <a:gd name="connsiteY0" fmla="*/ 26640 h 416350"/>
                  <a:gd name="connsiteX1" fmla="*/ 94970 w 2183368"/>
                  <a:gd name="connsiteY1" fmla="*/ 12414 h 416350"/>
                  <a:gd name="connsiteX2" fmla="*/ 189884 w 2183368"/>
                  <a:gd name="connsiteY2" fmla="*/ 4339 h 416350"/>
                  <a:gd name="connsiteX3" fmla="*/ 284799 w 2183368"/>
                  <a:gd name="connsiteY3" fmla="*/ 0 h 416350"/>
                  <a:gd name="connsiteX4" fmla="*/ 379714 w 2183368"/>
                  <a:gd name="connsiteY4" fmla="*/ 4120 h 416350"/>
                  <a:gd name="connsiteX5" fmla="*/ 474629 w 2183368"/>
                  <a:gd name="connsiteY5" fmla="*/ 23454 h 416350"/>
                  <a:gd name="connsiteX6" fmla="*/ 569598 w 2183368"/>
                  <a:gd name="connsiteY6" fmla="*/ 61519 h 416350"/>
                  <a:gd name="connsiteX7" fmla="*/ 664513 w 2183368"/>
                  <a:gd name="connsiteY7" fmla="*/ 287820 h 416350"/>
                  <a:gd name="connsiteX8" fmla="*/ 759428 w 2183368"/>
                  <a:gd name="connsiteY8" fmla="*/ 402124 h 416350"/>
                  <a:gd name="connsiteX9" fmla="*/ 854343 w 2183368"/>
                  <a:gd name="connsiteY9" fmla="*/ 416351 h 416350"/>
                  <a:gd name="connsiteX10" fmla="*/ 949312 w 2183368"/>
                  <a:gd name="connsiteY10" fmla="*/ 413879 h 416350"/>
                  <a:gd name="connsiteX11" fmla="*/ 1044227 w 2183368"/>
                  <a:gd name="connsiteY11" fmla="*/ 407068 h 416350"/>
                  <a:gd name="connsiteX12" fmla="*/ 1139142 w 2183368"/>
                  <a:gd name="connsiteY12" fmla="*/ 406848 h 416350"/>
                  <a:gd name="connsiteX13" fmla="*/ 1234057 w 2183368"/>
                  <a:gd name="connsiteY13" fmla="*/ 409869 h 416350"/>
                  <a:gd name="connsiteX14" fmla="*/ 1329026 w 2183368"/>
                  <a:gd name="connsiteY14" fmla="*/ 391798 h 416350"/>
                  <a:gd name="connsiteX15" fmla="*/ 1423941 w 2183368"/>
                  <a:gd name="connsiteY15" fmla="*/ 249426 h 416350"/>
                  <a:gd name="connsiteX16" fmla="*/ 1518856 w 2183368"/>
                  <a:gd name="connsiteY16" fmla="*/ 122983 h 416350"/>
                  <a:gd name="connsiteX17" fmla="*/ 1613770 w 2183368"/>
                  <a:gd name="connsiteY17" fmla="*/ 151435 h 416350"/>
                  <a:gd name="connsiteX18" fmla="*/ 1708740 w 2183368"/>
                  <a:gd name="connsiteY18" fmla="*/ 158905 h 416350"/>
                  <a:gd name="connsiteX19" fmla="*/ 1803655 w 2183368"/>
                  <a:gd name="connsiteY19" fmla="*/ 156214 h 416350"/>
                  <a:gd name="connsiteX20" fmla="*/ 1898569 w 2183368"/>
                  <a:gd name="connsiteY20" fmla="*/ 142262 h 416350"/>
                  <a:gd name="connsiteX21" fmla="*/ 1993484 w 2183368"/>
                  <a:gd name="connsiteY21" fmla="*/ 119467 h 416350"/>
                  <a:gd name="connsiteX22" fmla="*/ 2088454 w 2183368"/>
                  <a:gd name="connsiteY22" fmla="*/ 88708 h 416350"/>
                  <a:gd name="connsiteX23" fmla="*/ 2183369 w 2183368"/>
                  <a:gd name="connsiteY23" fmla="*/ 53884 h 416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68" h="416350">
                    <a:moveTo>
                      <a:pt x="0" y="26640"/>
                    </a:moveTo>
                    <a:lnTo>
                      <a:pt x="94970" y="12414"/>
                    </a:lnTo>
                    <a:lnTo>
                      <a:pt x="189884" y="4339"/>
                    </a:lnTo>
                    <a:lnTo>
                      <a:pt x="284799" y="0"/>
                    </a:lnTo>
                    <a:lnTo>
                      <a:pt x="379714" y="4120"/>
                    </a:lnTo>
                    <a:lnTo>
                      <a:pt x="474629" y="23454"/>
                    </a:lnTo>
                    <a:lnTo>
                      <a:pt x="569598" y="61519"/>
                    </a:lnTo>
                    <a:lnTo>
                      <a:pt x="664513" y="287820"/>
                    </a:lnTo>
                    <a:lnTo>
                      <a:pt x="759428" y="402124"/>
                    </a:lnTo>
                    <a:lnTo>
                      <a:pt x="854343" y="416351"/>
                    </a:lnTo>
                    <a:lnTo>
                      <a:pt x="949312" y="413879"/>
                    </a:lnTo>
                    <a:lnTo>
                      <a:pt x="1044227" y="407068"/>
                    </a:lnTo>
                    <a:lnTo>
                      <a:pt x="1139142" y="406848"/>
                    </a:lnTo>
                    <a:lnTo>
                      <a:pt x="1234057" y="409869"/>
                    </a:lnTo>
                    <a:lnTo>
                      <a:pt x="1329026" y="391798"/>
                    </a:lnTo>
                    <a:lnTo>
                      <a:pt x="1423941" y="249426"/>
                    </a:lnTo>
                    <a:lnTo>
                      <a:pt x="1518856" y="122983"/>
                    </a:lnTo>
                    <a:lnTo>
                      <a:pt x="1613770" y="151435"/>
                    </a:lnTo>
                    <a:lnTo>
                      <a:pt x="1708740" y="158905"/>
                    </a:lnTo>
                    <a:lnTo>
                      <a:pt x="1803655" y="156214"/>
                    </a:lnTo>
                    <a:lnTo>
                      <a:pt x="1898569" y="142262"/>
                    </a:lnTo>
                    <a:lnTo>
                      <a:pt x="1993484" y="119467"/>
                    </a:lnTo>
                    <a:lnTo>
                      <a:pt x="2088454" y="88708"/>
                    </a:lnTo>
                    <a:lnTo>
                      <a:pt x="2183369" y="53884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7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C44278D8-F6B8-0B97-8FDB-6537E1963812}"/>
                  </a:ext>
                </a:extLst>
              </p:cNvPr>
              <p:cNvSpPr/>
              <p:nvPr/>
            </p:nvSpPr>
            <p:spPr>
              <a:xfrm>
                <a:off x="7253968" y="6309058"/>
                <a:ext cx="2183368" cy="174284"/>
              </a:xfrm>
              <a:custGeom>
                <a:avLst/>
                <a:gdLst>
                  <a:gd name="connsiteX0" fmla="*/ 0 w 2183368"/>
                  <a:gd name="connsiteY0" fmla="*/ 17137 h 174284"/>
                  <a:gd name="connsiteX1" fmla="*/ 94970 w 2183368"/>
                  <a:gd name="connsiteY1" fmla="*/ 4559 h 174284"/>
                  <a:gd name="connsiteX2" fmla="*/ 189884 w 2183368"/>
                  <a:gd name="connsiteY2" fmla="*/ 439 h 174284"/>
                  <a:gd name="connsiteX3" fmla="*/ 284799 w 2183368"/>
                  <a:gd name="connsiteY3" fmla="*/ 0 h 174284"/>
                  <a:gd name="connsiteX4" fmla="*/ 379714 w 2183368"/>
                  <a:gd name="connsiteY4" fmla="*/ 769 h 174284"/>
                  <a:gd name="connsiteX5" fmla="*/ 474629 w 2183368"/>
                  <a:gd name="connsiteY5" fmla="*/ 5493 h 174284"/>
                  <a:gd name="connsiteX6" fmla="*/ 569598 w 2183368"/>
                  <a:gd name="connsiteY6" fmla="*/ 26145 h 174284"/>
                  <a:gd name="connsiteX7" fmla="*/ 664513 w 2183368"/>
                  <a:gd name="connsiteY7" fmla="*/ 138967 h 174284"/>
                  <a:gd name="connsiteX8" fmla="*/ 759428 w 2183368"/>
                  <a:gd name="connsiteY8" fmla="*/ 170056 h 174284"/>
                  <a:gd name="connsiteX9" fmla="*/ 854343 w 2183368"/>
                  <a:gd name="connsiteY9" fmla="*/ 174285 h 174284"/>
                  <a:gd name="connsiteX10" fmla="*/ 949312 w 2183368"/>
                  <a:gd name="connsiteY10" fmla="*/ 173571 h 174284"/>
                  <a:gd name="connsiteX11" fmla="*/ 1044227 w 2183368"/>
                  <a:gd name="connsiteY11" fmla="*/ 171593 h 174284"/>
                  <a:gd name="connsiteX12" fmla="*/ 1139142 w 2183368"/>
                  <a:gd name="connsiteY12" fmla="*/ 171593 h 174284"/>
                  <a:gd name="connsiteX13" fmla="*/ 1234057 w 2183368"/>
                  <a:gd name="connsiteY13" fmla="*/ 172308 h 174284"/>
                  <a:gd name="connsiteX14" fmla="*/ 1329026 w 2183368"/>
                  <a:gd name="connsiteY14" fmla="*/ 167968 h 174284"/>
                  <a:gd name="connsiteX15" fmla="*/ 1423941 w 2183368"/>
                  <a:gd name="connsiteY15" fmla="*/ 106340 h 174284"/>
                  <a:gd name="connsiteX16" fmla="*/ 1518856 w 2183368"/>
                  <a:gd name="connsiteY16" fmla="*/ 52566 h 174284"/>
                  <a:gd name="connsiteX17" fmla="*/ 1613770 w 2183368"/>
                  <a:gd name="connsiteY17" fmla="*/ 65144 h 174284"/>
                  <a:gd name="connsiteX18" fmla="*/ 1708740 w 2183368"/>
                  <a:gd name="connsiteY18" fmla="*/ 66627 h 174284"/>
                  <a:gd name="connsiteX19" fmla="*/ 1803655 w 2183368"/>
                  <a:gd name="connsiteY19" fmla="*/ 67451 h 174284"/>
                  <a:gd name="connsiteX20" fmla="*/ 1898569 w 2183368"/>
                  <a:gd name="connsiteY20" fmla="*/ 64045 h 174284"/>
                  <a:gd name="connsiteX21" fmla="*/ 1993484 w 2183368"/>
                  <a:gd name="connsiteY21" fmla="*/ 60530 h 174284"/>
                  <a:gd name="connsiteX22" fmla="*/ 2088454 w 2183368"/>
                  <a:gd name="connsiteY22" fmla="*/ 51961 h 174284"/>
                  <a:gd name="connsiteX23" fmla="*/ 2183369 w 2183368"/>
                  <a:gd name="connsiteY23" fmla="*/ 37900 h 17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3368" h="174284">
                    <a:moveTo>
                      <a:pt x="0" y="17137"/>
                    </a:moveTo>
                    <a:lnTo>
                      <a:pt x="94970" y="4559"/>
                    </a:lnTo>
                    <a:lnTo>
                      <a:pt x="189884" y="439"/>
                    </a:lnTo>
                    <a:lnTo>
                      <a:pt x="284799" y="0"/>
                    </a:lnTo>
                    <a:lnTo>
                      <a:pt x="379714" y="769"/>
                    </a:lnTo>
                    <a:lnTo>
                      <a:pt x="474629" y="5493"/>
                    </a:lnTo>
                    <a:lnTo>
                      <a:pt x="569598" y="26145"/>
                    </a:lnTo>
                    <a:lnTo>
                      <a:pt x="664513" y="138967"/>
                    </a:lnTo>
                    <a:lnTo>
                      <a:pt x="759428" y="170056"/>
                    </a:lnTo>
                    <a:lnTo>
                      <a:pt x="854343" y="174285"/>
                    </a:lnTo>
                    <a:lnTo>
                      <a:pt x="949312" y="173571"/>
                    </a:lnTo>
                    <a:lnTo>
                      <a:pt x="1044227" y="171593"/>
                    </a:lnTo>
                    <a:lnTo>
                      <a:pt x="1139142" y="171593"/>
                    </a:lnTo>
                    <a:lnTo>
                      <a:pt x="1234057" y="172308"/>
                    </a:lnTo>
                    <a:lnTo>
                      <a:pt x="1329026" y="167968"/>
                    </a:lnTo>
                    <a:lnTo>
                      <a:pt x="1423941" y="106340"/>
                    </a:lnTo>
                    <a:lnTo>
                      <a:pt x="1518856" y="52566"/>
                    </a:lnTo>
                    <a:lnTo>
                      <a:pt x="1613770" y="65144"/>
                    </a:lnTo>
                    <a:lnTo>
                      <a:pt x="1708740" y="66627"/>
                    </a:lnTo>
                    <a:lnTo>
                      <a:pt x="1803655" y="67451"/>
                    </a:lnTo>
                    <a:lnTo>
                      <a:pt x="1898569" y="64045"/>
                    </a:lnTo>
                    <a:lnTo>
                      <a:pt x="1993484" y="60530"/>
                    </a:lnTo>
                    <a:lnTo>
                      <a:pt x="2088454" y="51961"/>
                    </a:lnTo>
                    <a:lnTo>
                      <a:pt x="2183369" y="37900"/>
                    </a:lnTo>
                  </a:path>
                </a:pathLst>
              </a:custGeom>
              <a:noFill/>
              <a:ln w="23443" cap="flat">
                <a:solidFill>
                  <a:srgbClr val="7DA6C6">
                    <a:alpha val="40000"/>
                  </a:srgbClr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65314" tIns="32657" rIns="65314" bIns="3265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094"/>
              </a:p>
            </p:txBody>
          </p:sp>
        </p:grpSp>
        <p:sp>
          <p:nvSpPr>
            <p:cNvPr id="282" name="TextBox 281">
              <a:extLst>
                <a:ext uri="{FF2B5EF4-FFF2-40B4-BE49-F238E27FC236}">
                  <a16:creationId xmlns:a16="http://schemas.microsoft.com/office/drawing/2014/main" id="{48186A48-4132-4DEB-0D22-DDAC7D7D81EB}"/>
                </a:ext>
              </a:extLst>
            </p:cNvPr>
            <p:cNvSpPr txBox="1"/>
            <p:nvPr/>
          </p:nvSpPr>
          <p:spPr>
            <a:xfrm>
              <a:off x="5825998" y="5217355"/>
              <a:ext cx="479792" cy="2254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00" b="1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fall</a:t>
              </a:r>
            </a:p>
          </p:txBody>
        </p:sp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A5446AEE-560B-CA11-3FD5-ED0BB1765324}"/>
                </a:ext>
              </a:extLst>
            </p:cNvPr>
            <p:cNvSpPr txBox="1"/>
            <p:nvPr/>
          </p:nvSpPr>
          <p:spPr>
            <a:xfrm>
              <a:off x="7998216" y="5217355"/>
              <a:ext cx="771626" cy="2254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00" b="1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winter</a:t>
              </a:r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D9D1DEC6-40D6-46D4-5F9A-1B3B3A0B8681}"/>
                </a:ext>
              </a:extLst>
            </p:cNvPr>
            <p:cNvSpPr txBox="1"/>
            <p:nvPr/>
          </p:nvSpPr>
          <p:spPr>
            <a:xfrm>
              <a:off x="5779310" y="3854878"/>
              <a:ext cx="793513" cy="2254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00" b="1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spring</a:t>
              </a:r>
            </a:p>
          </p:txBody>
        </p:sp>
        <p:sp>
          <p:nvSpPr>
            <p:cNvPr id="285" name="TextBox 284">
              <a:extLst>
                <a:ext uri="{FF2B5EF4-FFF2-40B4-BE49-F238E27FC236}">
                  <a16:creationId xmlns:a16="http://schemas.microsoft.com/office/drawing/2014/main" id="{DD9F37AA-61D5-E9BC-D7CE-E260976CC561}"/>
                </a:ext>
              </a:extLst>
            </p:cNvPr>
            <p:cNvSpPr txBox="1"/>
            <p:nvPr/>
          </p:nvSpPr>
          <p:spPr>
            <a:xfrm>
              <a:off x="7970753" y="3854878"/>
              <a:ext cx="954023" cy="22541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1000" b="1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rPr>
                <a:t>summer</a:t>
              </a:r>
            </a:p>
          </p:txBody>
        </p:sp>
        <p:grpSp>
          <p:nvGrpSpPr>
            <p:cNvPr id="286" name="Graphic 245">
              <a:extLst>
                <a:ext uri="{FF2B5EF4-FFF2-40B4-BE49-F238E27FC236}">
                  <a16:creationId xmlns:a16="http://schemas.microsoft.com/office/drawing/2014/main" id="{C0EECF60-87FD-2A22-43BB-B7331FE7B8BA}"/>
                </a:ext>
              </a:extLst>
            </p:cNvPr>
            <p:cNvGrpSpPr/>
            <p:nvPr/>
          </p:nvGrpSpPr>
          <p:grpSpPr>
            <a:xfrm>
              <a:off x="4619009" y="3612511"/>
              <a:ext cx="4578020" cy="3164008"/>
              <a:chOff x="4619009" y="3612511"/>
              <a:chExt cx="4578020" cy="3164008"/>
            </a:xfrm>
          </p:grpSpPr>
          <p:sp>
            <p:nvSpPr>
              <p:cNvPr id="287" name="TextBox 286">
                <a:extLst>
                  <a:ext uri="{FF2B5EF4-FFF2-40B4-BE49-F238E27FC236}">
                    <a16:creationId xmlns:a16="http://schemas.microsoft.com/office/drawing/2014/main" id="{7A7E37DB-317B-AA8B-63E2-83CD859379D1}"/>
                  </a:ext>
                </a:extLst>
              </p:cNvPr>
              <p:cNvSpPr txBox="1"/>
              <p:nvPr/>
            </p:nvSpPr>
            <p:spPr>
              <a:xfrm>
                <a:off x="5194706" y="6540356"/>
                <a:ext cx="652459" cy="2254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288" name="TextBox 287">
                <a:extLst>
                  <a:ext uri="{FF2B5EF4-FFF2-40B4-BE49-F238E27FC236}">
                    <a16:creationId xmlns:a16="http://schemas.microsoft.com/office/drawing/2014/main" id="{4C939AAC-9B0A-47F2-6A56-F47DAA207B7B}"/>
                  </a:ext>
                </a:extLst>
              </p:cNvPr>
              <p:cNvSpPr txBox="1"/>
              <p:nvPr/>
            </p:nvSpPr>
            <p:spPr>
              <a:xfrm>
                <a:off x="5694245" y="6550442"/>
                <a:ext cx="759465" cy="2254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12 PM</a:t>
                </a:r>
              </a:p>
            </p:txBody>
          </p:sp>
          <p:sp>
            <p:nvSpPr>
              <p:cNvPr id="289" name="TextBox 288">
                <a:extLst>
                  <a:ext uri="{FF2B5EF4-FFF2-40B4-BE49-F238E27FC236}">
                    <a16:creationId xmlns:a16="http://schemas.microsoft.com/office/drawing/2014/main" id="{887D9390-5B3B-C148-F023-EF4945D9E149}"/>
                  </a:ext>
                </a:extLst>
              </p:cNvPr>
              <p:cNvSpPr txBox="1"/>
              <p:nvPr/>
            </p:nvSpPr>
            <p:spPr>
              <a:xfrm>
                <a:off x="6331100" y="6551100"/>
                <a:ext cx="652459" cy="2254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290" name="TextBox 289">
                <a:extLst>
                  <a:ext uri="{FF2B5EF4-FFF2-40B4-BE49-F238E27FC236}">
                    <a16:creationId xmlns:a16="http://schemas.microsoft.com/office/drawing/2014/main" id="{DAD8D51E-A7DE-660C-6A8F-F336056C72BB}"/>
                  </a:ext>
                </a:extLst>
              </p:cNvPr>
              <p:cNvSpPr txBox="1"/>
              <p:nvPr/>
            </p:nvSpPr>
            <p:spPr>
              <a:xfrm>
                <a:off x="7367146" y="6540358"/>
                <a:ext cx="652459" cy="2254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291" name="TextBox 290">
                <a:extLst>
                  <a:ext uri="{FF2B5EF4-FFF2-40B4-BE49-F238E27FC236}">
                    <a16:creationId xmlns:a16="http://schemas.microsoft.com/office/drawing/2014/main" id="{A502684E-DD69-9F5E-292B-399CB135DEDF}"/>
                  </a:ext>
                </a:extLst>
              </p:cNvPr>
              <p:cNvSpPr txBox="1"/>
              <p:nvPr/>
            </p:nvSpPr>
            <p:spPr>
              <a:xfrm>
                <a:off x="7898303" y="6540358"/>
                <a:ext cx="759465" cy="2254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12 PM</a:t>
                </a:r>
              </a:p>
            </p:txBody>
          </p:sp>
          <p:sp>
            <p:nvSpPr>
              <p:cNvPr id="292" name="TextBox 291">
                <a:extLst>
                  <a:ext uri="{FF2B5EF4-FFF2-40B4-BE49-F238E27FC236}">
                    <a16:creationId xmlns:a16="http://schemas.microsoft.com/office/drawing/2014/main" id="{571A770C-6A33-B427-7354-1351C39C31E6}"/>
                  </a:ext>
                </a:extLst>
              </p:cNvPr>
              <p:cNvSpPr txBox="1"/>
              <p:nvPr/>
            </p:nvSpPr>
            <p:spPr>
              <a:xfrm>
                <a:off x="8544570" y="6540358"/>
                <a:ext cx="652459" cy="22541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5A200DB5-6774-AF85-E698-5773DFE71DAA}"/>
                  </a:ext>
                </a:extLst>
              </p:cNvPr>
              <p:cNvSpPr txBox="1"/>
              <p:nvPr/>
            </p:nvSpPr>
            <p:spPr>
              <a:xfrm>
                <a:off x="4690417" y="5077437"/>
                <a:ext cx="307121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294" name="TextBox 293">
                <a:extLst>
                  <a:ext uri="{FF2B5EF4-FFF2-40B4-BE49-F238E27FC236}">
                    <a16:creationId xmlns:a16="http://schemas.microsoft.com/office/drawing/2014/main" id="{2368644E-4F49-9D7C-844A-6FB07F7BCD7B}"/>
                  </a:ext>
                </a:extLst>
              </p:cNvPr>
              <p:cNvSpPr txBox="1"/>
              <p:nvPr/>
            </p:nvSpPr>
            <p:spPr>
              <a:xfrm>
                <a:off x="4619011" y="4725297"/>
                <a:ext cx="521133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749DBE2B-5A56-8357-429D-DCC75561AED5}"/>
                  </a:ext>
                </a:extLst>
              </p:cNvPr>
              <p:cNvSpPr txBox="1"/>
              <p:nvPr/>
            </p:nvSpPr>
            <p:spPr>
              <a:xfrm>
                <a:off x="4619009" y="4373156"/>
                <a:ext cx="521133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296" name="TextBox 295">
                <a:extLst>
                  <a:ext uri="{FF2B5EF4-FFF2-40B4-BE49-F238E27FC236}">
                    <a16:creationId xmlns:a16="http://schemas.microsoft.com/office/drawing/2014/main" id="{9EAA8F7E-3649-5C2A-55ED-141618DD3B57}"/>
                  </a:ext>
                </a:extLst>
              </p:cNvPr>
              <p:cNvSpPr txBox="1"/>
              <p:nvPr/>
            </p:nvSpPr>
            <p:spPr>
              <a:xfrm>
                <a:off x="4619011" y="4021017"/>
                <a:ext cx="521133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300</a:t>
                </a:r>
              </a:p>
            </p:txBody>
          </p:sp>
          <p:sp>
            <p:nvSpPr>
              <p:cNvPr id="297" name="TextBox 296">
                <a:extLst>
                  <a:ext uri="{FF2B5EF4-FFF2-40B4-BE49-F238E27FC236}">
                    <a16:creationId xmlns:a16="http://schemas.microsoft.com/office/drawing/2014/main" id="{7D461DA6-AEDF-F875-5C77-103020EE9680}"/>
                  </a:ext>
                </a:extLst>
              </p:cNvPr>
              <p:cNvSpPr txBox="1"/>
              <p:nvPr/>
            </p:nvSpPr>
            <p:spPr>
              <a:xfrm>
                <a:off x="4690417" y="6439968"/>
                <a:ext cx="307121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0</a:t>
                </a:r>
              </a:p>
            </p:txBody>
          </p:sp>
          <p:sp>
            <p:nvSpPr>
              <p:cNvPr id="298" name="TextBox 297">
                <a:extLst>
                  <a:ext uri="{FF2B5EF4-FFF2-40B4-BE49-F238E27FC236}">
                    <a16:creationId xmlns:a16="http://schemas.microsoft.com/office/drawing/2014/main" id="{FC5C5A49-E0E2-068A-3D87-D809749A5612}"/>
                  </a:ext>
                </a:extLst>
              </p:cNvPr>
              <p:cNvSpPr txBox="1"/>
              <p:nvPr/>
            </p:nvSpPr>
            <p:spPr>
              <a:xfrm>
                <a:off x="4619011" y="6087828"/>
                <a:ext cx="521133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100</a:t>
                </a:r>
              </a:p>
            </p:txBody>
          </p:sp>
          <p:sp>
            <p:nvSpPr>
              <p:cNvPr id="299" name="TextBox 298">
                <a:extLst>
                  <a:ext uri="{FF2B5EF4-FFF2-40B4-BE49-F238E27FC236}">
                    <a16:creationId xmlns:a16="http://schemas.microsoft.com/office/drawing/2014/main" id="{8ED572A1-12AA-1912-4863-E0EBB1B02AEB}"/>
                  </a:ext>
                </a:extLst>
              </p:cNvPr>
              <p:cNvSpPr txBox="1"/>
              <p:nvPr/>
            </p:nvSpPr>
            <p:spPr>
              <a:xfrm>
                <a:off x="4619011" y="5735691"/>
                <a:ext cx="521133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200</a:t>
                </a: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4182635E-213B-C1CE-69C1-711EAF664416}"/>
                  </a:ext>
                </a:extLst>
              </p:cNvPr>
              <p:cNvSpPr txBox="1"/>
              <p:nvPr/>
            </p:nvSpPr>
            <p:spPr>
              <a:xfrm>
                <a:off x="4619011" y="5383494"/>
                <a:ext cx="521133" cy="22985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0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300</a:t>
                </a:r>
              </a:p>
            </p:txBody>
          </p:sp>
          <p:sp>
            <p:nvSpPr>
              <p:cNvPr id="311" name="TextBox 310">
                <a:extLst>
                  <a:ext uri="{FF2B5EF4-FFF2-40B4-BE49-F238E27FC236}">
                    <a16:creationId xmlns:a16="http://schemas.microsoft.com/office/drawing/2014/main" id="{C958D478-DEF2-D29C-489D-33B6A8CD6662}"/>
                  </a:ext>
                </a:extLst>
              </p:cNvPr>
              <p:cNvSpPr txBox="1"/>
              <p:nvPr/>
            </p:nvSpPr>
            <p:spPr>
              <a:xfrm>
                <a:off x="5825998" y="3612511"/>
                <a:ext cx="2714762" cy="2620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5314" tIns="32657" rIns="65314" bIns="32657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Season-hour averaged</a:t>
                </a:r>
              </a:p>
            </p:txBody>
          </p:sp>
        </p:grpSp>
      </p:grpSp>
      <p:grpSp>
        <p:nvGrpSpPr>
          <p:cNvPr id="1241" name="Group 1240">
            <a:extLst>
              <a:ext uri="{FF2B5EF4-FFF2-40B4-BE49-F238E27FC236}">
                <a16:creationId xmlns:a16="http://schemas.microsoft.com/office/drawing/2014/main" id="{94929E4A-95B4-0330-3087-6B3264AF8D59}"/>
              </a:ext>
            </a:extLst>
          </p:cNvPr>
          <p:cNvGrpSpPr/>
          <p:nvPr/>
        </p:nvGrpSpPr>
        <p:grpSpPr>
          <a:xfrm>
            <a:off x="5376964" y="2812646"/>
            <a:ext cx="4897243" cy="3136377"/>
            <a:chOff x="5319346" y="2388844"/>
            <a:chExt cx="5306958" cy="2437298"/>
          </a:xfrm>
        </p:grpSpPr>
        <p:grpSp>
          <p:nvGrpSpPr>
            <p:cNvPr id="1240" name="Group 1239">
              <a:extLst>
                <a:ext uri="{FF2B5EF4-FFF2-40B4-BE49-F238E27FC236}">
                  <a16:creationId xmlns:a16="http://schemas.microsoft.com/office/drawing/2014/main" id="{EE54F413-612E-AA2D-351B-1CBB468A428D}"/>
                </a:ext>
              </a:extLst>
            </p:cNvPr>
            <p:cNvGrpSpPr/>
            <p:nvPr/>
          </p:nvGrpSpPr>
          <p:grpSpPr>
            <a:xfrm>
              <a:off x="5319346" y="2485278"/>
              <a:ext cx="5266944" cy="2340864"/>
              <a:chOff x="5319346" y="2485278"/>
              <a:chExt cx="5266944" cy="2340864"/>
            </a:xfrm>
          </p:grpSpPr>
          <p:sp>
            <p:nvSpPr>
              <p:cNvPr id="1098" name="Freeform 1097">
                <a:extLst>
                  <a:ext uri="{FF2B5EF4-FFF2-40B4-BE49-F238E27FC236}">
                    <a16:creationId xmlns:a16="http://schemas.microsoft.com/office/drawing/2014/main" id="{33C59F00-FEF3-74B9-31CC-008FD289D9AA}"/>
                  </a:ext>
                </a:extLst>
              </p:cNvPr>
              <p:cNvSpPr/>
              <p:nvPr/>
            </p:nvSpPr>
            <p:spPr>
              <a:xfrm>
                <a:off x="5319346" y="2485278"/>
                <a:ext cx="5266944" cy="2340864"/>
              </a:xfrm>
              <a:custGeom>
                <a:avLst/>
                <a:gdLst>
                  <a:gd name="connsiteX0" fmla="*/ 0 w 5266944"/>
                  <a:gd name="connsiteY0" fmla="*/ 0 h 2340864"/>
                  <a:gd name="connsiteX1" fmla="*/ 5266944 w 5266944"/>
                  <a:gd name="connsiteY1" fmla="*/ 0 h 2340864"/>
                  <a:gd name="connsiteX2" fmla="*/ 5266944 w 5266944"/>
                  <a:gd name="connsiteY2" fmla="*/ 2340864 h 2340864"/>
                  <a:gd name="connsiteX3" fmla="*/ 0 w 5266944"/>
                  <a:gd name="connsiteY3" fmla="*/ 2340864 h 2340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66944" h="2340864">
                    <a:moveTo>
                      <a:pt x="0" y="0"/>
                    </a:moveTo>
                    <a:lnTo>
                      <a:pt x="5266944" y="0"/>
                    </a:lnTo>
                    <a:lnTo>
                      <a:pt x="5266944" y="2340864"/>
                    </a:lnTo>
                    <a:lnTo>
                      <a:pt x="0" y="2340864"/>
                    </a:lnTo>
                    <a:close/>
                  </a:path>
                </a:pathLst>
              </a:custGeom>
              <a:solidFill>
                <a:srgbClr val="FFFFFF"/>
              </a:solidFill>
              <a:ln w="4057" cap="rnd">
                <a:noFill/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grpSp>
            <p:nvGrpSpPr>
              <p:cNvPr id="1100" name="Graphic 1095">
                <a:extLst>
                  <a:ext uri="{FF2B5EF4-FFF2-40B4-BE49-F238E27FC236}">
                    <a16:creationId xmlns:a16="http://schemas.microsoft.com/office/drawing/2014/main" id="{FE3384D6-49BE-CDE1-FE15-59CC7E600F11}"/>
                  </a:ext>
                </a:extLst>
              </p:cNvPr>
              <p:cNvGrpSpPr/>
              <p:nvPr/>
            </p:nvGrpSpPr>
            <p:grpSpPr>
              <a:xfrm>
                <a:off x="5496902" y="2788289"/>
                <a:ext cx="816213" cy="781629"/>
                <a:chOff x="5496902" y="2788289"/>
                <a:chExt cx="816213" cy="781629"/>
              </a:xfrm>
              <a:noFill/>
            </p:grpSpPr>
            <p:sp>
              <p:nvSpPr>
                <p:cNvPr id="1101" name="Freeform 1100">
                  <a:extLst>
                    <a:ext uri="{FF2B5EF4-FFF2-40B4-BE49-F238E27FC236}">
                      <a16:creationId xmlns:a16="http://schemas.microsoft.com/office/drawing/2014/main" id="{12ECFE41-0C48-514F-7240-0E5088EE7014}"/>
                    </a:ext>
                  </a:extLst>
                </p:cNvPr>
                <p:cNvSpPr/>
                <p:nvPr/>
              </p:nvSpPr>
              <p:spPr>
                <a:xfrm>
                  <a:off x="5496902" y="3569919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2" name="Freeform 1101">
                  <a:extLst>
                    <a:ext uri="{FF2B5EF4-FFF2-40B4-BE49-F238E27FC236}">
                      <a16:creationId xmlns:a16="http://schemas.microsoft.com/office/drawing/2014/main" id="{1AAB5402-286F-B0BC-CCF3-F682A39106DF}"/>
                    </a:ext>
                  </a:extLst>
                </p:cNvPr>
                <p:cNvSpPr/>
                <p:nvPr/>
              </p:nvSpPr>
              <p:spPr>
                <a:xfrm>
                  <a:off x="5496902" y="3309375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3" name="Freeform 1102">
                  <a:extLst>
                    <a:ext uri="{FF2B5EF4-FFF2-40B4-BE49-F238E27FC236}">
                      <a16:creationId xmlns:a16="http://schemas.microsoft.com/office/drawing/2014/main" id="{FF11D184-2030-961F-4457-08AE6920610A}"/>
                    </a:ext>
                  </a:extLst>
                </p:cNvPr>
                <p:cNvSpPr/>
                <p:nvPr/>
              </p:nvSpPr>
              <p:spPr>
                <a:xfrm>
                  <a:off x="5496902" y="3048832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4" name="Freeform 1103">
                  <a:extLst>
                    <a:ext uri="{FF2B5EF4-FFF2-40B4-BE49-F238E27FC236}">
                      <a16:creationId xmlns:a16="http://schemas.microsoft.com/office/drawing/2014/main" id="{D39D84F6-B08E-2554-85A4-69C93451D759}"/>
                    </a:ext>
                  </a:extLst>
                </p:cNvPr>
                <p:cNvSpPr/>
                <p:nvPr/>
              </p:nvSpPr>
              <p:spPr>
                <a:xfrm>
                  <a:off x="5496902" y="2788289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5" name="Freeform 1104">
                  <a:extLst>
                    <a:ext uri="{FF2B5EF4-FFF2-40B4-BE49-F238E27FC236}">
                      <a16:creationId xmlns:a16="http://schemas.microsoft.com/office/drawing/2014/main" id="{ADEDDC57-7C2B-861A-C154-C6345EDE6CC9}"/>
                    </a:ext>
                  </a:extLst>
                </p:cNvPr>
                <p:cNvSpPr/>
                <p:nvPr/>
              </p:nvSpPr>
              <p:spPr>
                <a:xfrm>
                  <a:off x="5496902" y="2788818"/>
                  <a:ext cx="816213" cy="484063"/>
                </a:xfrm>
                <a:custGeom>
                  <a:avLst/>
                  <a:gdLst>
                    <a:gd name="connsiteX0" fmla="*/ 0 w 816213"/>
                    <a:gd name="connsiteY0" fmla="*/ 26822 h 484063"/>
                    <a:gd name="connsiteX1" fmla="*/ 35479 w 816213"/>
                    <a:gd name="connsiteY1" fmla="*/ 12476 h 484063"/>
                    <a:gd name="connsiteX2" fmla="*/ 70957 w 816213"/>
                    <a:gd name="connsiteY2" fmla="*/ 3129 h 484063"/>
                    <a:gd name="connsiteX3" fmla="*/ 106477 w 816213"/>
                    <a:gd name="connsiteY3" fmla="*/ 0 h 484063"/>
                    <a:gd name="connsiteX4" fmla="*/ 141956 w 816213"/>
                    <a:gd name="connsiteY4" fmla="*/ 7275 h 484063"/>
                    <a:gd name="connsiteX5" fmla="*/ 177434 w 816213"/>
                    <a:gd name="connsiteY5" fmla="*/ 46370 h 484063"/>
                    <a:gd name="connsiteX6" fmla="*/ 212913 w 816213"/>
                    <a:gd name="connsiteY6" fmla="*/ 96642 h 484063"/>
                    <a:gd name="connsiteX7" fmla="*/ 248432 w 816213"/>
                    <a:gd name="connsiteY7" fmla="*/ 277978 h 484063"/>
                    <a:gd name="connsiteX8" fmla="*/ 283911 w 816213"/>
                    <a:gd name="connsiteY8" fmla="*/ 461670 h 484063"/>
                    <a:gd name="connsiteX9" fmla="*/ 319390 w 816213"/>
                    <a:gd name="connsiteY9" fmla="*/ 478333 h 484063"/>
                    <a:gd name="connsiteX10" fmla="*/ 354868 w 816213"/>
                    <a:gd name="connsiteY10" fmla="*/ 477561 h 484063"/>
                    <a:gd name="connsiteX11" fmla="*/ 390347 w 816213"/>
                    <a:gd name="connsiteY11" fmla="*/ 466628 h 484063"/>
                    <a:gd name="connsiteX12" fmla="*/ 425867 w 816213"/>
                    <a:gd name="connsiteY12" fmla="*/ 468173 h 484063"/>
                    <a:gd name="connsiteX13" fmla="*/ 461345 w 816213"/>
                    <a:gd name="connsiteY13" fmla="*/ 484063 h 484063"/>
                    <a:gd name="connsiteX14" fmla="*/ 496824 w 816213"/>
                    <a:gd name="connsiteY14" fmla="*/ 480446 h 484063"/>
                    <a:gd name="connsiteX15" fmla="*/ 532303 w 816213"/>
                    <a:gd name="connsiteY15" fmla="*/ 264444 h 484063"/>
                    <a:gd name="connsiteX16" fmla="*/ 567822 w 816213"/>
                    <a:gd name="connsiteY16" fmla="*/ 139639 h 484063"/>
                    <a:gd name="connsiteX17" fmla="*/ 603301 w 816213"/>
                    <a:gd name="connsiteY17" fmla="*/ 174020 h 484063"/>
                    <a:gd name="connsiteX18" fmla="*/ 638780 w 816213"/>
                    <a:gd name="connsiteY18" fmla="*/ 174305 h 484063"/>
                    <a:gd name="connsiteX19" fmla="*/ 674258 w 816213"/>
                    <a:gd name="connsiteY19" fmla="*/ 174793 h 484063"/>
                    <a:gd name="connsiteX20" fmla="*/ 709778 w 816213"/>
                    <a:gd name="connsiteY20" fmla="*/ 158659 h 484063"/>
                    <a:gd name="connsiteX21" fmla="*/ 745256 w 816213"/>
                    <a:gd name="connsiteY21" fmla="*/ 130007 h 484063"/>
                    <a:gd name="connsiteX22" fmla="*/ 780735 w 816213"/>
                    <a:gd name="connsiteY22" fmla="*/ 88311 h 484063"/>
                    <a:gd name="connsiteX23" fmla="*/ 816214 w 816213"/>
                    <a:gd name="connsiteY23" fmla="*/ 48443 h 4840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484063">
                      <a:moveTo>
                        <a:pt x="0" y="26822"/>
                      </a:moveTo>
                      <a:lnTo>
                        <a:pt x="35479" y="12476"/>
                      </a:lnTo>
                      <a:lnTo>
                        <a:pt x="70957" y="3129"/>
                      </a:lnTo>
                      <a:lnTo>
                        <a:pt x="106477" y="0"/>
                      </a:lnTo>
                      <a:lnTo>
                        <a:pt x="141956" y="7275"/>
                      </a:lnTo>
                      <a:lnTo>
                        <a:pt x="177434" y="46370"/>
                      </a:lnTo>
                      <a:lnTo>
                        <a:pt x="212913" y="96642"/>
                      </a:lnTo>
                      <a:lnTo>
                        <a:pt x="248432" y="277978"/>
                      </a:lnTo>
                      <a:lnTo>
                        <a:pt x="283911" y="461670"/>
                      </a:lnTo>
                      <a:lnTo>
                        <a:pt x="319390" y="478333"/>
                      </a:lnTo>
                      <a:lnTo>
                        <a:pt x="354868" y="477561"/>
                      </a:lnTo>
                      <a:lnTo>
                        <a:pt x="390347" y="466628"/>
                      </a:lnTo>
                      <a:lnTo>
                        <a:pt x="425867" y="468173"/>
                      </a:lnTo>
                      <a:lnTo>
                        <a:pt x="461345" y="484063"/>
                      </a:lnTo>
                      <a:lnTo>
                        <a:pt x="496824" y="480446"/>
                      </a:lnTo>
                      <a:lnTo>
                        <a:pt x="532303" y="264444"/>
                      </a:lnTo>
                      <a:lnTo>
                        <a:pt x="567822" y="139639"/>
                      </a:lnTo>
                      <a:lnTo>
                        <a:pt x="603301" y="174020"/>
                      </a:lnTo>
                      <a:lnTo>
                        <a:pt x="638780" y="174305"/>
                      </a:lnTo>
                      <a:lnTo>
                        <a:pt x="674258" y="174793"/>
                      </a:lnTo>
                      <a:lnTo>
                        <a:pt x="709778" y="158659"/>
                      </a:lnTo>
                      <a:lnTo>
                        <a:pt x="745256" y="130007"/>
                      </a:lnTo>
                      <a:lnTo>
                        <a:pt x="780735" y="88311"/>
                      </a:lnTo>
                      <a:lnTo>
                        <a:pt x="816214" y="48443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6" name="Freeform 1105">
                  <a:extLst>
                    <a:ext uri="{FF2B5EF4-FFF2-40B4-BE49-F238E27FC236}">
                      <a16:creationId xmlns:a16="http://schemas.microsoft.com/office/drawing/2014/main" id="{691DCD77-BD94-CF4C-A4BC-7CD9DFBCA58D}"/>
                    </a:ext>
                  </a:extLst>
                </p:cNvPr>
                <p:cNvSpPr/>
                <p:nvPr/>
              </p:nvSpPr>
              <p:spPr>
                <a:xfrm>
                  <a:off x="5496902" y="3037372"/>
                  <a:ext cx="816213" cy="330890"/>
                </a:xfrm>
                <a:custGeom>
                  <a:avLst/>
                  <a:gdLst>
                    <a:gd name="connsiteX0" fmla="*/ 0 w 816213"/>
                    <a:gd name="connsiteY0" fmla="*/ 22149 h 330890"/>
                    <a:gd name="connsiteX1" fmla="*/ 35479 w 816213"/>
                    <a:gd name="connsiteY1" fmla="*/ 10160 h 330890"/>
                    <a:gd name="connsiteX2" fmla="*/ 70957 w 816213"/>
                    <a:gd name="connsiteY2" fmla="*/ 2601 h 330890"/>
                    <a:gd name="connsiteX3" fmla="*/ 106477 w 816213"/>
                    <a:gd name="connsiteY3" fmla="*/ 528 h 330890"/>
                    <a:gd name="connsiteX4" fmla="*/ 141956 w 816213"/>
                    <a:gd name="connsiteY4" fmla="*/ 0 h 330890"/>
                    <a:gd name="connsiteX5" fmla="*/ 177434 w 816213"/>
                    <a:gd name="connsiteY5" fmla="*/ 7559 h 330890"/>
                    <a:gd name="connsiteX6" fmla="*/ 212913 w 816213"/>
                    <a:gd name="connsiteY6" fmla="*/ 35926 h 330890"/>
                    <a:gd name="connsiteX7" fmla="*/ 248432 w 816213"/>
                    <a:gd name="connsiteY7" fmla="*/ 199299 h 330890"/>
                    <a:gd name="connsiteX8" fmla="*/ 283911 w 816213"/>
                    <a:gd name="connsiteY8" fmla="*/ 311871 h 330890"/>
                    <a:gd name="connsiteX9" fmla="*/ 319390 w 816213"/>
                    <a:gd name="connsiteY9" fmla="*/ 326705 h 330890"/>
                    <a:gd name="connsiteX10" fmla="*/ 354868 w 816213"/>
                    <a:gd name="connsiteY10" fmla="*/ 328290 h 330890"/>
                    <a:gd name="connsiteX11" fmla="*/ 390347 w 816213"/>
                    <a:gd name="connsiteY11" fmla="*/ 322275 h 330890"/>
                    <a:gd name="connsiteX12" fmla="*/ 425867 w 816213"/>
                    <a:gd name="connsiteY12" fmla="*/ 323860 h 330890"/>
                    <a:gd name="connsiteX13" fmla="*/ 461345 w 816213"/>
                    <a:gd name="connsiteY13" fmla="*/ 330891 h 330890"/>
                    <a:gd name="connsiteX14" fmla="*/ 496824 w 816213"/>
                    <a:gd name="connsiteY14" fmla="*/ 323860 h 330890"/>
                    <a:gd name="connsiteX15" fmla="*/ 532303 w 816213"/>
                    <a:gd name="connsiteY15" fmla="*/ 186009 h 330890"/>
                    <a:gd name="connsiteX16" fmla="*/ 567822 w 816213"/>
                    <a:gd name="connsiteY16" fmla="*/ 86482 h 330890"/>
                    <a:gd name="connsiteX17" fmla="*/ 603301 w 816213"/>
                    <a:gd name="connsiteY17" fmla="*/ 116718 h 330890"/>
                    <a:gd name="connsiteX18" fmla="*/ 638780 w 816213"/>
                    <a:gd name="connsiteY18" fmla="*/ 123993 h 330890"/>
                    <a:gd name="connsiteX19" fmla="*/ 674258 w 816213"/>
                    <a:gd name="connsiteY19" fmla="*/ 120091 h 330890"/>
                    <a:gd name="connsiteX20" fmla="*/ 709778 w 816213"/>
                    <a:gd name="connsiteY20" fmla="*/ 109159 h 330890"/>
                    <a:gd name="connsiteX21" fmla="*/ 745256 w 816213"/>
                    <a:gd name="connsiteY21" fmla="*/ 90912 h 330890"/>
                    <a:gd name="connsiteX22" fmla="*/ 780735 w 816213"/>
                    <a:gd name="connsiteY22" fmla="*/ 70876 h 330890"/>
                    <a:gd name="connsiteX23" fmla="*/ 816214 w 816213"/>
                    <a:gd name="connsiteY23" fmla="*/ 42997 h 330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330890">
                      <a:moveTo>
                        <a:pt x="0" y="22149"/>
                      </a:moveTo>
                      <a:lnTo>
                        <a:pt x="35479" y="10160"/>
                      </a:lnTo>
                      <a:lnTo>
                        <a:pt x="70957" y="2601"/>
                      </a:lnTo>
                      <a:lnTo>
                        <a:pt x="106477" y="528"/>
                      </a:lnTo>
                      <a:lnTo>
                        <a:pt x="141956" y="0"/>
                      </a:lnTo>
                      <a:lnTo>
                        <a:pt x="177434" y="7559"/>
                      </a:lnTo>
                      <a:lnTo>
                        <a:pt x="212913" y="35926"/>
                      </a:lnTo>
                      <a:lnTo>
                        <a:pt x="248432" y="199299"/>
                      </a:lnTo>
                      <a:lnTo>
                        <a:pt x="283911" y="311871"/>
                      </a:lnTo>
                      <a:lnTo>
                        <a:pt x="319390" y="326705"/>
                      </a:lnTo>
                      <a:lnTo>
                        <a:pt x="354868" y="328290"/>
                      </a:lnTo>
                      <a:lnTo>
                        <a:pt x="390347" y="322275"/>
                      </a:lnTo>
                      <a:lnTo>
                        <a:pt x="425867" y="323860"/>
                      </a:lnTo>
                      <a:lnTo>
                        <a:pt x="461345" y="330891"/>
                      </a:lnTo>
                      <a:lnTo>
                        <a:pt x="496824" y="323860"/>
                      </a:lnTo>
                      <a:lnTo>
                        <a:pt x="532303" y="186009"/>
                      </a:lnTo>
                      <a:lnTo>
                        <a:pt x="567822" y="86482"/>
                      </a:lnTo>
                      <a:lnTo>
                        <a:pt x="603301" y="116718"/>
                      </a:lnTo>
                      <a:lnTo>
                        <a:pt x="638780" y="123993"/>
                      </a:lnTo>
                      <a:lnTo>
                        <a:pt x="674258" y="120091"/>
                      </a:lnTo>
                      <a:lnTo>
                        <a:pt x="709778" y="109159"/>
                      </a:lnTo>
                      <a:lnTo>
                        <a:pt x="745256" y="90912"/>
                      </a:lnTo>
                      <a:lnTo>
                        <a:pt x="780735" y="70876"/>
                      </a:lnTo>
                      <a:lnTo>
                        <a:pt x="816214" y="42997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7" name="Freeform 1106">
                  <a:extLst>
                    <a:ext uri="{FF2B5EF4-FFF2-40B4-BE49-F238E27FC236}">
                      <a16:creationId xmlns:a16="http://schemas.microsoft.com/office/drawing/2014/main" id="{DE9BD623-77EE-E22A-D7C6-2FF084B3F2E1}"/>
                    </a:ext>
                  </a:extLst>
                </p:cNvPr>
                <p:cNvSpPr/>
                <p:nvPr/>
              </p:nvSpPr>
              <p:spPr>
                <a:xfrm>
                  <a:off x="5496902" y="3365377"/>
                  <a:ext cx="816213" cy="147238"/>
                </a:xfrm>
                <a:custGeom>
                  <a:avLst/>
                  <a:gdLst>
                    <a:gd name="connsiteX0" fmla="*/ 0 w 816213"/>
                    <a:gd name="connsiteY0" fmla="*/ 22677 h 147238"/>
                    <a:gd name="connsiteX1" fmla="*/ 35479 w 816213"/>
                    <a:gd name="connsiteY1" fmla="*/ 9388 h 147238"/>
                    <a:gd name="connsiteX2" fmla="*/ 70957 w 816213"/>
                    <a:gd name="connsiteY2" fmla="*/ 2357 h 147238"/>
                    <a:gd name="connsiteX3" fmla="*/ 106477 w 816213"/>
                    <a:gd name="connsiteY3" fmla="*/ 0 h 147238"/>
                    <a:gd name="connsiteX4" fmla="*/ 141956 w 816213"/>
                    <a:gd name="connsiteY4" fmla="*/ 2357 h 147238"/>
                    <a:gd name="connsiteX5" fmla="*/ 177434 w 816213"/>
                    <a:gd name="connsiteY5" fmla="*/ 6787 h 147238"/>
                    <a:gd name="connsiteX6" fmla="*/ 212913 w 816213"/>
                    <a:gd name="connsiteY6" fmla="*/ 13045 h 147238"/>
                    <a:gd name="connsiteX7" fmla="*/ 248432 w 816213"/>
                    <a:gd name="connsiteY7" fmla="*/ 110744 h 147238"/>
                    <a:gd name="connsiteX8" fmla="*/ 283911 w 816213"/>
                    <a:gd name="connsiteY8" fmla="*/ 141468 h 147238"/>
                    <a:gd name="connsiteX9" fmla="*/ 319390 w 816213"/>
                    <a:gd name="connsiteY9" fmla="*/ 146182 h 147238"/>
                    <a:gd name="connsiteX10" fmla="*/ 354868 w 816213"/>
                    <a:gd name="connsiteY10" fmla="*/ 145898 h 147238"/>
                    <a:gd name="connsiteX11" fmla="*/ 390347 w 816213"/>
                    <a:gd name="connsiteY11" fmla="*/ 144109 h 147238"/>
                    <a:gd name="connsiteX12" fmla="*/ 425867 w 816213"/>
                    <a:gd name="connsiteY12" fmla="*/ 145125 h 147238"/>
                    <a:gd name="connsiteX13" fmla="*/ 461345 w 816213"/>
                    <a:gd name="connsiteY13" fmla="*/ 147239 h 147238"/>
                    <a:gd name="connsiteX14" fmla="*/ 496824 w 816213"/>
                    <a:gd name="connsiteY14" fmla="*/ 145654 h 147238"/>
                    <a:gd name="connsiteX15" fmla="*/ 532303 w 816213"/>
                    <a:gd name="connsiteY15" fmla="*/ 104242 h 147238"/>
                    <a:gd name="connsiteX16" fmla="*/ 567822 w 816213"/>
                    <a:gd name="connsiteY16" fmla="*/ 47671 h 147238"/>
                    <a:gd name="connsiteX17" fmla="*/ 603301 w 816213"/>
                    <a:gd name="connsiteY17" fmla="*/ 59416 h 147238"/>
                    <a:gd name="connsiteX18" fmla="*/ 638780 w 816213"/>
                    <a:gd name="connsiteY18" fmla="*/ 62261 h 147238"/>
                    <a:gd name="connsiteX19" fmla="*/ 674258 w 816213"/>
                    <a:gd name="connsiteY19" fmla="*/ 62017 h 147238"/>
                    <a:gd name="connsiteX20" fmla="*/ 709778 w 816213"/>
                    <a:gd name="connsiteY20" fmla="*/ 59416 h 147238"/>
                    <a:gd name="connsiteX21" fmla="*/ 745256 w 816213"/>
                    <a:gd name="connsiteY21" fmla="*/ 53685 h 147238"/>
                    <a:gd name="connsiteX22" fmla="*/ 780735 w 816213"/>
                    <a:gd name="connsiteY22" fmla="*/ 46899 h 147238"/>
                    <a:gd name="connsiteX23" fmla="*/ 816214 w 816213"/>
                    <a:gd name="connsiteY23" fmla="*/ 36210 h 1472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147238">
                      <a:moveTo>
                        <a:pt x="0" y="22677"/>
                      </a:moveTo>
                      <a:lnTo>
                        <a:pt x="35479" y="9388"/>
                      </a:lnTo>
                      <a:lnTo>
                        <a:pt x="70957" y="2357"/>
                      </a:lnTo>
                      <a:lnTo>
                        <a:pt x="106477" y="0"/>
                      </a:lnTo>
                      <a:lnTo>
                        <a:pt x="141956" y="2357"/>
                      </a:lnTo>
                      <a:lnTo>
                        <a:pt x="177434" y="6787"/>
                      </a:lnTo>
                      <a:lnTo>
                        <a:pt x="212913" y="13045"/>
                      </a:lnTo>
                      <a:lnTo>
                        <a:pt x="248432" y="110744"/>
                      </a:lnTo>
                      <a:lnTo>
                        <a:pt x="283911" y="141468"/>
                      </a:lnTo>
                      <a:lnTo>
                        <a:pt x="319390" y="146182"/>
                      </a:lnTo>
                      <a:lnTo>
                        <a:pt x="354868" y="145898"/>
                      </a:lnTo>
                      <a:lnTo>
                        <a:pt x="390347" y="144109"/>
                      </a:lnTo>
                      <a:lnTo>
                        <a:pt x="425867" y="145125"/>
                      </a:lnTo>
                      <a:lnTo>
                        <a:pt x="461345" y="147239"/>
                      </a:lnTo>
                      <a:lnTo>
                        <a:pt x="496824" y="145654"/>
                      </a:lnTo>
                      <a:lnTo>
                        <a:pt x="532303" y="104242"/>
                      </a:lnTo>
                      <a:lnTo>
                        <a:pt x="567822" y="47671"/>
                      </a:lnTo>
                      <a:lnTo>
                        <a:pt x="603301" y="59416"/>
                      </a:lnTo>
                      <a:lnTo>
                        <a:pt x="638780" y="62261"/>
                      </a:lnTo>
                      <a:lnTo>
                        <a:pt x="674258" y="62017"/>
                      </a:lnTo>
                      <a:lnTo>
                        <a:pt x="709778" y="59416"/>
                      </a:lnTo>
                      <a:lnTo>
                        <a:pt x="745256" y="53685"/>
                      </a:lnTo>
                      <a:lnTo>
                        <a:pt x="780735" y="46899"/>
                      </a:lnTo>
                      <a:lnTo>
                        <a:pt x="816214" y="36210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08" name="Graphic 1095">
                <a:extLst>
                  <a:ext uri="{FF2B5EF4-FFF2-40B4-BE49-F238E27FC236}">
                    <a16:creationId xmlns:a16="http://schemas.microsoft.com/office/drawing/2014/main" id="{149DE32C-1206-4713-AC19-FF973D7BEED1}"/>
                  </a:ext>
                </a:extLst>
              </p:cNvPr>
              <p:cNvGrpSpPr/>
              <p:nvPr/>
            </p:nvGrpSpPr>
            <p:grpSpPr>
              <a:xfrm>
                <a:off x="5496902" y="3796364"/>
                <a:ext cx="816213" cy="781629"/>
                <a:chOff x="5496902" y="3796364"/>
                <a:chExt cx="816213" cy="781629"/>
              </a:xfrm>
              <a:noFill/>
            </p:grpSpPr>
            <p:sp>
              <p:nvSpPr>
                <p:cNvPr id="1109" name="Freeform 1108">
                  <a:extLst>
                    <a:ext uri="{FF2B5EF4-FFF2-40B4-BE49-F238E27FC236}">
                      <a16:creationId xmlns:a16="http://schemas.microsoft.com/office/drawing/2014/main" id="{4E685CCA-0C0C-2018-9F20-CD709ABBE2C0}"/>
                    </a:ext>
                  </a:extLst>
                </p:cNvPr>
                <p:cNvSpPr/>
                <p:nvPr/>
              </p:nvSpPr>
              <p:spPr>
                <a:xfrm>
                  <a:off x="5496902" y="4577994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0" name="Freeform 1109">
                  <a:extLst>
                    <a:ext uri="{FF2B5EF4-FFF2-40B4-BE49-F238E27FC236}">
                      <a16:creationId xmlns:a16="http://schemas.microsoft.com/office/drawing/2014/main" id="{E0AEB565-B7C3-D202-BC10-4CCF33445981}"/>
                    </a:ext>
                  </a:extLst>
                </p:cNvPr>
                <p:cNvSpPr/>
                <p:nvPr/>
              </p:nvSpPr>
              <p:spPr>
                <a:xfrm>
                  <a:off x="5496902" y="4317451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1" name="Freeform 1110">
                  <a:extLst>
                    <a:ext uri="{FF2B5EF4-FFF2-40B4-BE49-F238E27FC236}">
                      <a16:creationId xmlns:a16="http://schemas.microsoft.com/office/drawing/2014/main" id="{4418C2B7-AD23-263C-39A9-13C38C833526}"/>
                    </a:ext>
                  </a:extLst>
                </p:cNvPr>
                <p:cNvSpPr/>
                <p:nvPr/>
              </p:nvSpPr>
              <p:spPr>
                <a:xfrm>
                  <a:off x="5496902" y="4056908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2" name="Freeform 1111">
                  <a:extLst>
                    <a:ext uri="{FF2B5EF4-FFF2-40B4-BE49-F238E27FC236}">
                      <a16:creationId xmlns:a16="http://schemas.microsoft.com/office/drawing/2014/main" id="{206E378E-C9CC-95ED-0256-EABF92478521}"/>
                    </a:ext>
                  </a:extLst>
                </p:cNvPr>
                <p:cNvSpPr/>
                <p:nvPr/>
              </p:nvSpPr>
              <p:spPr>
                <a:xfrm>
                  <a:off x="5496902" y="3796364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3" name="Freeform 1112">
                  <a:extLst>
                    <a:ext uri="{FF2B5EF4-FFF2-40B4-BE49-F238E27FC236}">
                      <a16:creationId xmlns:a16="http://schemas.microsoft.com/office/drawing/2014/main" id="{B0CC0ABC-3BC4-AB34-B436-90F98799989A}"/>
                    </a:ext>
                  </a:extLst>
                </p:cNvPr>
                <p:cNvSpPr/>
                <p:nvPr/>
              </p:nvSpPr>
              <p:spPr>
                <a:xfrm>
                  <a:off x="5496902" y="3945635"/>
                  <a:ext cx="816213" cy="409854"/>
                </a:xfrm>
                <a:custGeom>
                  <a:avLst/>
                  <a:gdLst>
                    <a:gd name="connsiteX0" fmla="*/ 0 w 816213"/>
                    <a:gd name="connsiteY0" fmla="*/ 47427 h 409854"/>
                    <a:gd name="connsiteX1" fmla="*/ 35479 w 816213"/>
                    <a:gd name="connsiteY1" fmla="*/ 33894 h 409854"/>
                    <a:gd name="connsiteX2" fmla="*/ 70957 w 816213"/>
                    <a:gd name="connsiteY2" fmla="*/ 14102 h 409854"/>
                    <a:gd name="connsiteX3" fmla="*/ 106477 w 816213"/>
                    <a:gd name="connsiteY3" fmla="*/ 0 h 409854"/>
                    <a:gd name="connsiteX4" fmla="*/ 141956 w 816213"/>
                    <a:gd name="connsiteY4" fmla="*/ 4186 h 409854"/>
                    <a:gd name="connsiteX5" fmla="*/ 177434 w 816213"/>
                    <a:gd name="connsiteY5" fmla="*/ 249611 h 409854"/>
                    <a:gd name="connsiteX6" fmla="*/ 212913 w 816213"/>
                    <a:gd name="connsiteY6" fmla="*/ 352552 h 409854"/>
                    <a:gd name="connsiteX7" fmla="*/ 248432 w 816213"/>
                    <a:gd name="connsiteY7" fmla="*/ 380675 h 409854"/>
                    <a:gd name="connsiteX8" fmla="*/ 283911 w 816213"/>
                    <a:gd name="connsiteY8" fmla="*/ 392908 h 409854"/>
                    <a:gd name="connsiteX9" fmla="*/ 319390 w 816213"/>
                    <a:gd name="connsiteY9" fmla="*/ 400995 h 409854"/>
                    <a:gd name="connsiteX10" fmla="*/ 354868 w 816213"/>
                    <a:gd name="connsiteY10" fmla="*/ 405953 h 409854"/>
                    <a:gd name="connsiteX11" fmla="*/ 390347 w 816213"/>
                    <a:gd name="connsiteY11" fmla="*/ 407782 h 409854"/>
                    <a:gd name="connsiteX12" fmla="*/ 425867 w 816213"/>
                    <a:gd name="connsiteY12" fmla="*/ 409854 h 409854"/>
                    <a:gd name="connsiteX13" fmla="*/ 461345 w 816213"/>
                    <a:gd name="connsiteY13" fmla="*/ 407782 h 409854"/>
                    <a:gd name="connsiteX14" fmla="*/ 496824 w 816213"/>
                    <a:gd name="connsiteY14" fmla="*/ 404896 h 409854"/>
                    <a:gd name="connsiteX15" fmla="*/ 532303 w 816213"/>
                    <a:gd name="connsiteY15" fmla="*/ 398394 h 409854"/>
                    <a:gd name="connsiteX16" fmla="*/ 567822 w 816213"/>
                    <a:gd name="connsiteY16" fmla="*/ 379131 h 409854"/>
                    <a:gd name="connsiteX17" fmla="*/ 603301 w 816213"/>
                    <a:gd name="connsiteY17" fmla="*/ 239451 h 409854"/>
                    <a:gd name="connsiteX18" fmla="*/ 638780 w 816213"/>
                    <a:gd name="connsiteY18" fmla="*/ 21377 h 409854"/>
                    <a:gd name="connsiteX19" fmla="*/ 674258 w 816213"/>
                    <a:gd name="connsiteY19" fmla="*/ 21661 h 409854"/>
                    <a:gd name="connsiteX20" fmla="*/ 709778 w 816213"/>
                    <a:gd name="connsiteY20" fmla="*/ 52629 h 409854"/>
                    <a:gd name="connsiteX21" fmla="*/ 745256 w 816213"/>
                    <a:gd name="connsiteY21" fmla="*/ 34666 h 409854"/>
                    <a:gd name="connsiteX22" fmla="*/ 780735 w 816213"/>
                    <a:gd name="connsiteY22" fmla="*/ 29708 h 409854"/>
                    <a:gd name="connsiteX23" fmla="*/ 816214 w 816213"/>
                    <a:gd name="connsiteY23" fmla="*/ 34666 h 4098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409854">
                      <a:moveTo>
                        <a:pt x="0" y="47427"/>
                      </a:moveTo>
                      <a:lnTo>
                        <a:pt x="35479" y="33894"/>
                      </a:lnTo>
                      <a:lnTo>
                        <a:pt x="70957" y="14102"/>
                      </a:lnTo>
                      <a:lnTo>
                        <a:pt x="106477" y="0"/>
                      </a:lnTo>
                      <a:lnTo>
                        <a:pt x="141956" y="4186"/>
                      </a:lnTo>
                      <a:lnTo>
                        <a:pt x="177434" y="249611"/>
                      </a:lnTo>
                      <a:lnTo>
                        <a:pt x="212913" y="352552"/>
                      </a:lnTo>
                      <a:lnTo>
                        <a:pt x="248432" y="380675"/>
                      </a:lnTo>
                      <a:lnTo>
                        <a:pt x="283911" y="392908"/>
                      </a:lnTo>
                      <a:lnTo>
                        <a:pt x="319390" y="400995"/>
                      </a:lnTo>
                      <a:lnTo>
                        <a:pt x="354868" y="405953"/>
                      </a:lnTo>
                      <a:lnTo>
                        <a:pt x="390347" y="407782"/>
                      </a:lnTo>
                      <a:lnTo>
                        <a:pt x="425867" y="409854"/>
                      </a:lnTo>
                      <a:lnTo>
                        <a:pt x="461345" y="407782"/>
                      </a:lnTo>
                      <a:lnTo>
                        <a:pt x="496824" y="404896"/>
                      </a:lnTo>
                      <a:lnTo>
                        <a:pt x="532303" y="398394"/>
                      </a:lnTo>
                      <a:lnTo>
                        <a:pt x="567822" y="379131"/>
                      </a:lnTo>
                      <a:lnTo>
                        <a:pt x="603301" y="239451"/>
                      </a:lnTo>
                      <a:lnTo>
                        <a:pt x="638780" y="21377"/>
                      </a:lnTo>
                      <a:lnTo>
                        <a:pt x="674258" y="21661"/>
                      </a:lnTo>
                      <a:lnTo>
                        <a:pt x="709778" y="52629"/>
                      </a:lnTo>
                      <a:lnTo>
                        <a:pt x="745256" y="34666"/>
                      </a:lnTo>
                      <a:lnTo>
                        <a:pt x="780735" y="29708"/>
                      </a:lnTo>
                      <a:lnTo>
                        <a:pt x="816214" y="34666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4" name="Freeform 1113">
                  <a:extLst>
                    <a:ext uri="{FF2B5EF4-FFF2-40B4-BE49-F238E27FC236}">
                      <a16:creationId xmlns:a16="http://schemas.microsoft.com/office/drawing/2014/main" id="{ECECDE2E-4E90-66B6-F531-E1F76EF3959E}"/>
                    </a:ext>
                  </a:extLst>
                </p:cNvPr>
                <p:cNvSpPr/>
                <p:nvPr/>
              </p:nvSpPr>
              <p:spPr>
                <a:xfrm>
                  <a:off x="5496902" y="4152005"/>
                  <a:ext cx="816213" cy="267329"/>
                </a:xfrm>
                <a:custGeom>
                  <a:avLst/>
                  <a:gdLst>
                    <a:gd name="connsiteX0" fmla="*/ 0 w 816213"/>
                    <a:gd name="connsiteY0" fmla="*/ 66446 h 267329"/>
                    <a:gd name="connsiteX1" fmla="*/ 35479 w 816213"/>
                    <a:gd name="connsiteY1" fmla="*/ 60432 h 267329"/>
                    <a:gd name="connsiteX2" fmla="*/ 70957 w 816213"/>
                    <a:gd name="connsiteY2" fmla="*/ 43769 h 267329"/>
                    <a:gd name="connsiteX3" fmla="*/ 106477 w 816213"/>
                    <a:gd name="connsiteY3" fmla="*/ 35154 h 267329"/>
                    <a:gd name="connsiteX4" fmla="*/ 141956 w 816213"/>
                    <a:gd name="connsiteY4" fmla="*/ 32309 h 267329"/>
                    <a:gd name="connsiteX5" fmla="*/ 177434 w 816213"/>
                    <a:gd name="connsiteY5" fmla="*/ 163617 h 267329"/>
                    <a:gd name="connsiteX6" fmla="*/ 212913 w 816213"/>
                    <a:gd name="connsiteY6" fmla="*/ 223561 h 267329"/>
                    <a:gd name="connsiteX7" fmla="*/ 248432 w 816213"/>
                    <a:gd name="connsiteY7" fmla="*/ 244897 h 267329"/>
                    <a:gd name="connsiteX8" fmla="*/ 283911 w 816213"/>
                    <a:gd name="connsiteY8" fmla="*/ 253269 h 267329"/>
                    <a:gd name="connsiteX9" fmla="*/ 319390 w 816213"/>
                    <a:gd name="connsiteY9" fmla="*/ 259771 h 267329"/>
                    <a:gd name="connsiteX10" fmla="*/ 354868 w 816213"/>
                    <a:gd name="connsiteY10" fmla="*/ 263672 h 267329"/>
                    <a:gd name="connsiteX11" fmla="*/ 390347 w 816213"/>
                    <a:gd name="connsiteY11" fmla="*/ 265745 h 267329"/>
                    <a:gd name="connsiteX12" fmla="*/ 425867 w 816213"/>
                    <a:gd name="connsiteY12" fmla="*/ 267330 h 267329"/>
                    <a:gd name="connsiteX13" fmla="*/ 461345 w 816213"/>
                    <a:gd name="connsiteY13" fmla="*/ 267045 h 267329"/>
                    <a:gd name="connsiteX14" fmla="*/ 496824 w 816213"/>
                    <a:gd name="connsiteY14" fmla="*/ 267045 h 267329"/>
                    <a:gd name="connsiteX15" fmla="*/ 532303 w 816213"/>
                    <a:gd name="connsiteY15" fmla="*/ 262616 h 267329"/>
                    <a:gd name="connsiteX16" fmla="*/ 567822 w 816213"/>
                    <a:gd name="connsiteY16" fmla="*/ 246482 h 267329"/>
                    <a:gd name="connsiteX17" fmla="*/ 603301 w 816213"/>
                    <a:gd name="connsiteY17" fmla="*/ 173005 h 267329"/>
                    <a:gd name="connsiteX18" fmla="*/ 638780 w 816213"/>
                    <a:gd name="connsiteY18" fmla="*/ 4186 h 267329"/>
                    <a:gd name="connsiteX19" fmla="*/ 674258 w 816213"/>
                    <a:gd name="connsiteY19" fmla="*/ 0 h 267329"/>
                    <a:gd name="connsiteX20" fmla="*/ 709778 w 816213"/>
                    <a:gd name="connsiteY20" fmla="*/ 40925 h 267329"/>
                    <a:gd name="connsiteX21" fmla="*/ 745256 w 816213"/>
                    <a:gd name="connsiteY21" fmla="*/ 51085 h 267329"/>
                    <a:gd name="connsiteX22" fmla="*/ 780735 w 816213"/>
                    <a:gd name="connsiteY22" fmla="*/ 51572 h 267329"/>
                    <a:gd name="connsiteX23" fmla="*/ 816214 w 816213"/>
                    <a:gd name="connsiteY23" fmla="*/ 58887 h 2673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267329">
                      <a:moveTo>
                        <a:pt x="0" y="66446"/>
                      </a:moveTo>
                      <a:lnTo>
                        <a:pt x="35479" y="60432"/>
                      </a:lnTo>
                      <a:lnTo>
                        <a:pt x="70957" y="43769"/>
                      </a:lnTo>
                      <a:lnTo>
                        <a:pt x="106477" y="35154"/>
                      </a:lnTo>
                      <a:lnTo>
                        <a:pt x="141956" y="32309"/>
                      </a:lnTo>
                      <a:lnTo>
                        <a:pt x="177434" y="163617"/>
                      </a:lnTo>
                      <a:lnTo>
                        <a:pt x="212913" y="223561"/>
                      </a:lnTo>
                      <a:lnTo>
                        <a:pt x="248432" y="244897"/>
                      </a:lnTo>
                      <a:lnTo>
                        <a:pt x="283911" y="253269"/>
                      </a:lnTo>
                      <a:lnTo>
                        <a:pt x="319390" y="259771"/>
                      </a:lnTo>
                      <a:lnTo>
                        <a:pt x="354868" y="263672"/>
                      </a:lnTo>
                      <a:lnTo>
                        <a:pt x="390347" y="265745"/>
                      </a:lnTo>
                      <a:lnTo>
                        <a:pt x="425867" y="267330"/>
                      </a:lnTo>
                      <a:lnTo>
                        <a:pt x="461345" y="267045"/>
                      </a:lnTo>
                      <a:lnTo>
                        <a:pt x="496824" y="267045"/>
                      </a:lnTo>
                      <a:lnTo>
                        <a:pt x="532303" y="262616"/>
                      </a:lnTo>
                      <a:lnTo>
                        <a:pt x="567822" y="246482"/>
                      </a:lnTo>
                      <a:lnTo>
                        <a:pt x="603301" y="173005"/>
                      </a:lnTo>
                      <a:lnTo>
                        <a:pt x="638780" y="4186"/>
                      </a:lnTo>
                      <a:lnTo>
                        <a:pt x="674258" y="0"/>
                      </a:lnTo>
                      <a:lnTo>
                        <a:pt x="709778" y="40925"/>
                      </a:lnTo>
                      <a:lnTo>
                        <a:pt x="745256" y="51085"/>
                      </a:lnTo>
                      <a:lnTo>
                        <a:pt x="780735" y="51572"/>
                      </a:lnTo>
                      <a:lnTo>
                        <a:pt x="816214" y="58887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5" name="Freeform 1114">
                  <a:extLst>
                    <a:ext uri="{FF2B5EF4-FFF2-40B4-BE49-F238E27FC236}">
                      <a16:creationId xmlns:a16="http://schemas.microsoft.com/office/drawing/2014/main" id="{D2F91641-65AF-B07A-C9CE-B6F2BB2E4C83}"/>
                    </a:ext>
                  </a:extLst>
                </p:cNvPr>
                <p:cNvSpPr/>
                <p:nvPr/>
              </p:nvSpPr>
              <p:spPr>
                <a:xfrm>
                  <a:off x="5496902" y="4388571"/>
                  <a:ext cx="816213" cy="180807"/>
                </a:xfrm>
                <a:custGeom>
                  <a:avLst/>
                  <a:gdLst>
                    <a:gd name="connsiteX0" fmla="*/ 0 w 816213"/>
                    <a:gd name="connsiteY0" fmla="*/ 122448 h 180807"/>
                    <a:gd name="connsiteX1" fmla="*/ 35479 w 816213"/>
                    <a:gd name="connsiteY1" fmla="*/ 123505 h 180807"/>
                    <a:gd name="connsiteX2" fmla="*/ 70957 w 816213"/>
                    <a:gd name="connsiteY2" fmla="*/ 118547 h 180807"/>
                    <a:gd name="connsiteX3" fmla="*/ 106477 w 816213"/>
                    <a:gd name="connsiteY3" fmla="*/ 114117 h 180807"/>
                    <a:gd name="connsiteX4" fmla="*/ 141956 w 816213"/>
                    <a:gd name="connsiteY4" fmla="*/ 115174 h 180807"/>
                    <a:gd name="connsiteX5" fmla="*/ 177434 w 816213"/>
                    <a:gd name="connsiteY5" fmla="*/ 173777 h 180807"/>
                    <a:gd name="connsiteX6" fmla="*/ 212913 w 816213"/>
                    <a:gd name="connsiteY6" fmla="*/ 176906 h 180807"/>
                    <a:gd name="connsiteX7" fmla="*/ 248432 w 816213"/>
                    <a:gd name="connsiteY7" fmla="*/ 178206 h 180807"/>
                    <a:gd name="connsiteX8" fmla="*/ 283911 w 816213"/>
                    <a:gd name="connsiteY8" fmla="*/ 179507 h 180807"/>
                    <a:gd name="connsiteX9" fmla="*/ 319390 w 816213"/>
                    <a:gd name="connsiteY9" fmla="*/ 180320 h 180807"/>
                    <a:gd name="connsiteX10" fmla="*/ 354868 w 816213"/>
                    <a:gd name="connsiteY10" fmla="*/ 180807 h 180807"/>
                    <a:gd name="connsiteX11" fmla="*/ 390347 w 816213"/>
                    <a:gd name="connsiteY11" fmla="*/ 180564 h 180807"/>
                    <a:gd name="connsiteX12" fmla="*/ 425867 w 816213"/>
                    <a:gd name="connsiteY12" fmla="*/ 180807 h 180807"/>
                    <a:gd name="connsiteX13" fmla="*/ 461345 w 816213"/>
                    <a:gd name="connsiteY13" fmla="*/ 180564 h 180807"/>
                    <a:gd name="connsiteX14" fmla="*/ 496824 w 816213"/>
                    <a:gd name="connsiteY14" fmla="*/ 179791 h 180807"/>
                    <a:gd name="connsiteX15" fmla="*/ 532303 w 816213"/>
                    <a:gd name="connsiteY15" fmla="*/ 178491 h 180807"/>
                    <a:gd name="connsiteX16" fmla="*/ 567822 w 816213"/>
                    <a:gd name="connsiteY16" fmla="*/ 172232 h 180807"/>
                    <a:gd name="connsiteX17" fmla="*/ 603301 w 816213"/>
                    <a:gd name="connsiteY17" fmla="*/ 136266 h 180807"/>
                    <a:gd name="connsiteX18" fmla="*/ 638780 w 816213"/>
                    <a:gd name="connsiteY18" fmla="*/ 7315 h 180807"/>
                    <a:gd name="connsiteX19" fmla="*/ 674258 w 816213"/>
                    <a:gd name="connsiteY19" fmla="*/ 0 h 180807"/>
                    <a:gd name="connsiteX20" fmla="*/ 709778 w 816213"/>
                    <a:gd name="connsiteY20" fmla="*/ 13818 h 180807"/>
                    <a:gd name="connsiteX21" fmla="*/ 745256 w 816213"/>
                    <a:gd name="connsiteY21" fmla="*/ 43769 h 180807"/>
                    <a:gd name="connsiteX22" fmla="*/ 780735 w 816213"/>
                    <a:gd name="connsiteY22" fmla="*/ 65674 h 180807"/>
                    <a:gd name="connsiteX23" fmla="*/ 816214 w 816213"/>
                    <a:gd name="connsiteY23" fmla="*/ 97983 h 1808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180807">
                      <a:moveTo>
                        <a:pt x="0" y="122448"/>
                      </a:moveTo>
                      <a:lnTo>
                        <a:pt x="35479" y="123505"/>
                      </a:lnTo>
                      <a:lnTo>
                        <a:pt x="70957" y="118547"/>
                      </a:lnTo>
                      <a:lnTo>
                        <a:pt x="106477" y="114117"/>
                      </a:lnTo>
                      <a:lnTo>
                        <a:pt x="141956" y="115174"/>
                      </a:lnTo>
                      <a:lnTo>
                        <a:pt x="177434" y="173777"/>
                      </a:lnTo>
                      <a:lnTo>
                        <a:pt x="212913" y="176906"/>
                      </a:lnTo>
                      <a:lnTo>
                        <a:pt x="248432" y="178206"/>
                      </a:lnTo>
                      <a:lnTo>
                        <a:pt x="283911" y="179507"/>
                      </a:lnTo>
                      <a:lnTo>
                        <a:pt x="319390" y="180320"/>
                      </a:lnTo>
                      <a:lnTo>
                        <a:pt x="354868" y="180807"/>
                      </a:lnTo>
                      <a:lnTo>
                        <a:pt x="390347" y="180564"/>
                      </a:lnTo>
                      <a:lnTo>
                        <a:pt x="425867" y="180807"/>
                      </a:lnTo>
                      <a:lnTo>
                        <a:pt x="461345" y="180564"/>
                      </a:lnTo>
                      <a:lnTo>
                        <a:pt x="496824" y="179791"/>
                      </a:lnTo>
                      <a:lnTo>
                        <a:pt x="532303" y="178491"/>
                      </a:lnTo>
                      <a:lnTo>
                        <a:pt x="567822" y="172232"/>
                      </a:lnTo>
                      <a:lnTo>
                        <a:pt x="603301" y="136266"/>
                      </a:lnTo>
                      <a:lnTo>
                        <a:pt x="638780" y="7315"/>
                      </a:lnTo>
                      <a:lnTo>
                        <a:pt x="674258" y="0"/>
                      </a:lnTo>
                      <a:lnTo>
                        <a:pt x="709778" y="13818"/>
                      </a:lnTo>
                      <a:lnTo>
                        <a:pt x="745256" y="43769"/>
                      </a:lnTo>
                      <a:lnTo>
                        <a:pt x="780735" y="65674"/>
                      </a:lnTo>
                      <a:lnTo>
                        <a:pt x="816214" y="97983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16" name="Graphic 1095">
                <a:extLst>
                  <a:ext uri="{FF2B5EF4-FFF2-40B4-BE49-F238E27FC236}">
                    <a16:creationId xmlns:a16="http://schemas.microsoft.com/office/drawing/2014/main" id="{5C6CEA79-CAE4-F512-231D-7DCFF720435E}"/>
                  </a:ext>
                </a:extLst>
              </p:cNvPr>
              <p:cNvGrpSpPr/>
              <p:nvPr/>
            </p:nvGrpSpPr>
            <p:grpSpPr>
              <a:xfrm>
                <a:off x="6335386" y="2788289"/>
                <a:ext cx="816254" cy="781629"/>
                <a:chOff x="6335386" y="2788289"/>
                <a:chExt cx="816254" cy="781629"/>
              </a:xfrm>
              <a:noFill/>
            </p:grpSpPr>
            <p:sp>
              <p:nvSpPr>
                <p:cNvPr id="1117" name="Freeform 1116">
                  <a:extLst>
                    <a:ext uri="{FF2B5EF4-FFF2-40B4-BE49-F238E27FC236}">
                      <a16:creationId xmlns:a16="http://schemas.microsoft.com/office/drawing/2014/main" id="{8DED05EF-FE48-83F8-8788-06E27EE309CF}"/>
                    </a:ext>
                  </a:extLst>
                </p:cNvPr>
                <p:cNvSpPr/>
                <p:nvPr/>
              </p:nvSpPr>
              <p:spPr>
                <a:xfrm>
                  <a:off x="6335386" y="3569919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8" name="Freeform 1117">
                  <a:extLst>
                    <a:ext uri="{FF2B5EF4-FFF2-40B4-BE49-F238E27FC236}">
                      <a16:creationId xmlns:a16="http://schemas.microsoft.com/office/drawing/2014/main" id="{C00C42FD-E9B8-BDC4-443E-FA1E4A065ABB}"/>
                    </a:ext>
                  </a:extLst>
                </p:cNvPr>
                <p:cNvSpPr/>
                <p:nvPr/>
              </p:nvSpPr>
              <p:spPr>
                <a:xfrm>
                  <a:off x="6335386" y="3309375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9" name="Freeform 1118">
                  <a:extLst>
                    <a:ext uri="{FF2B5EF4-FFF2-40B4-BE49-F238E27FC236}">
                      <a16:creationId xmlns:a16="http://schemas.microsoft.com/office/drawing/2014/main" id="{3E76A77A-8911-1276-75D5-7671688B3DB5}"/>
                    </a:ext>
                  </a:extLst>
                </p:cNvPr>
                <p:cNvSpPr/>
                <p:nvPr/>
              </p:nvSpPr>
              <p:spPr>
                <a:xfrm>
                  <a:off x="6335386" y="3048832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0" name="Freeform 1119">
                  <a:extLst>
                    <a:ext uri="{FF2B5EF4-FFF2-40B4-BE49-F238E27FC236}">
                      <a16:creationId xmlns:a16="http://schemas.microsoft.com/office/drawing/2014/main" id="{C49A1754-7101-156B-A255-9384D3A945C0}"/>
                    </a:ext>
                  </a:extLst>
                </p:cNvPr>
                <p:cNvSpPr/>
                <p:nvPr/>
              </p:nvSpPr>
              <p:spPr>
                <a:xfrm>
                  <a:off x="6335386" y="2788289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1" name="Freeform 1120">
                  <a:extLst>
                    <a:ext uri="{FF2B5EF4-FFF2-40B4-BE49-F238E27FC236}">
                      <a16:creationId xmlns:a16="http://schemas.microsoft.com/office/drawing/2014/main" id="{70229711-49A7-ABF1-B645-D5E0FC48361C}"/>
                    </a:ext>
                  </a:extLst>
                </p:cNvPr>
                <p:cNvSpPr/>
                <p:nvPr/>
              </p:nvSpPr>
              <p:spPr>
                <a:xfrm>
                  <a:off x="6335386" y="2874243"/>
                  <a:ext cx="816254" cy="497677"/>
                </a:xfrm>
                <a:custGeom>
                  <a:avLst/>
                  <a:gdLst>
                    <a:gd name="connsiteX0" fmla="*/ 0 w 816254"/>
                    <a:gd name="connsiteY0" fmla="*/ 15118 h 497677"/>
                    <a:gd name="connsiteX1" fmla="*/ 35519 w 816254"/>
                    <a:gd name="connsiteY1" fmla="*/ 3942 h 497677"/>
                    <a:gd name="connsiteX2" fmla="*/ 70998 w 816254"/>
                    <a:gd name="connsiteY2" fmla="*/ 0 h 497677"/>
                    <a:gd name="connsiteX3" fmla="*/ 106477 w 816254"/>
                    <a:gd name="connsiteY3" fmla="*/ 2113 h 497677"/>
                    <a:gd name="connsiteX4" fmla="*/ 141956 w 816254"/>
                    <a:gd name="connsiteY4" fmla="*/ 13574 h 497677"/>
                    <a:gd name="connsiteX5" fmla="*/ 177475 w 816254"/>
                    <a:gd name="connsiteY5" fmla="*/ 44054 h 497677"/>
                    <a:gd name="connsiteX6" fmla="*/ 212954 w 816254"/>
                    <a:gd name="connsiteY6" fmla="*/ 112044 h 497677"/>
                    <a:gd name="connsiteX7" fmla="*/ 248432 w 816254"/>
                    <a:gd name="connsiteY7" fmla="*/ 395793 h 497677"/>
                    <a:gd name="connsiteX8" fmla="*/ 283911 w 816254"/>
                    <a:gd name="connsiteY8" fmla="*/ 483860 h 497677"/>
                    <a:gd name="connsiteX9" fmla="*/ 319390 w 816254"/>
                    <a:gd name="connsiteY9" fmla="*/ 497677 h 497677"/>
                    <a:gd name="connsiteX10" fmla="*/ 354909 w 816254"/>
                    <a:gd name="connsiteY10" fmla="*/ 495564 h 497677"/>
                    <a:gd name="connsiteX11" fmla="*/ 390388 w 816254"/>
                    <a:gd name="connsiteY11" fmla="*/ 489306 h 497677"/>
                    <a:gd name="connsiteX12" fmla="*/ 425867 w 816254"/>
                    <a:gd name="connsiteY12" fmla="*/ 489834 h 497677"/>
                    <a:gd name="connsiteX13" fmla="*/ 461345 w 816254"/>
                    <a:gd name="connsiteY13" fmla="*/ 491663 h 497677"/>
                    <a:gd name="connsiteX14" fmla="*/ 496865 w 816254"/>
                    <a:gd name="connsiteY14" fmla="*/ 488005 h 497677"/>
                    <a:gd name="connsiteX15" fmla="*/ 532343 w 816254"/>
                    <a:gd name="connsiteY15" fmla="*/ 439806 h 497677"/>
                    <a:gd name="connsiteX16" fmla="*/ 567822 w 816254"/>
                    <a:gd name="connsiteY16" fmla="*/ 160528 h 497677"/>
                    <a:gd name="connsiteX17" fmla="*/ 603301 w 816254"/>
                    <a:gd name="connsiteY17" fmla="*/ 170404 h 497677"/>
                    <a:gd name="connsiteX18" fmla="*/ 638820 w 816254"/>
                    <a:gd name="connsiteY18" fmla="*/ 176418 h 497677"/>
                    <a:gd name="connsiteX19" fmla="*/ 674299 w 816254"/>
                    <a:gd name="connsiteY19" fmla="*/ 177434 h 497677"/>
                    <a:gd name="connsiteX20" fmla="*/ 709778 w 816254"/>
                    <a:gd name="connsiteY20" fmla="*/ 164429 h 497677"/>
                    <a:gd name="connsiteX21" fmla="*/ 745256 w 816254"/>
                    <a:gd name="connsiteY21" fmla="*/ 114930 h 497677"/>
                    <a:gd name="connsiteX22" fmla="*/ 780776 w 816254"/>
                    <a:gd name="connsiteY22" fmla="*/ 81564 h 497677"/>
                    <a:gd name="connsiteX23" fmla="*/ 816254 w 816254"/>
                    <a:gd name="connsiteY23" fmla="*/ 40152 h 4976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497677">
                      <a:moveTo>
                        <a:pt x="0" y="15118"/>
                      </a:moveTo>
                      <a:lnTo>
                        <a:pt x="35519" y="3942"/>
                      </a:lnTo>
                      <a:lnTo>
                        <a:pt x="70998" y="0"/>
                      </a:lnTo>
                      <a:lnTo>
                        <a:pt x="106477" y="2113"/>
                      </a:lnTo>
                      <a:lnTo>
                        <a:pt x="141956" y="13574"/>
                      </a:lnTo>
                      <a:lnTo>
                        <a:pt x="177475" y="44054"/>
                      </a:lnTo>
                      <a:lnTo>
                        <a:pt x="212954" y="112044"/>
                      </a:lnTo>
                      <a:lnTo>
                        <a:pt x="248432" y="395793"/>
                      </a:lnTo>
                      <a:lnTo>
                        <a:pt x="283911" y="483860"/>
                      </a:lnTo>
                      <a:lnTo>
                        <a:pt x="319390" y="497677"/>
                      </a:lnTo>
                      <a:lnTo>
                        <a:pt x="354909" y="495564"/>
                      </a:lnTo>
                      <a:lnTo>
                        <a:pt x="390388" y="489306"/>
                      </a:lnTo>
                      <a:lnTo>
                        <a:pt x="425867" y="489834"/>
                      </a:lnTo>
                      <a:lnTo>
                        <a:pt x="461345" y="491663"/>
                      </a:lnTo>
                      <a:lnTo>
                        <a:pt x="496865" y="488005"/>
                      </a:lnTo>
                      <a:lnTo>
                        <a:pt x="532343" y="439806"/>
                      </a:lnTo>
                      <a:lnTo>
                        <a:pt x="567822" y="160528"/>
                      </a:lnTo>
                      <a:lnTo>
                        <a:pt x="603301" y="170404"/>
                      </a:lnTo>
                      <a:lnTo>
                        <a:pt x="638820" y="176418"/>
                      </a:lnTo>
                      <a:lnTo>
                        <a:pt x="674299" y="177434"/>
                      </a:lnTo>
                      <a:lnTo>
                        <a:pt x="709778" y="164429"/>
                      </a:lnTo>
                      <a:lnTo>
                        <a:pt x="745256" y="114930"/>
                      </a:lnTo>
                      <a:lnTo>
                        <a:pt x="780776" y="81564"/>
                      </a:lnTo>
                      <a:lnTo>
                        <a:pt x="816254" y="40152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2" name="Freeform 1121">
                  <a:extLst>
                    <a:ext uri="{FF2B5EF4-FFF2-40B4-BE49-F238E27FC236}">
                      <a16:creationId xmlns:a16="http://schemas.microsoft.com/office/drawing/2014/main" id="{D1D7E0C0-5644-88FF-EE12-64C203EFE5D7}"/>
                    </a:ext>
                  </a:extLst>
                </p:cNvPr>
                <p:cNvSpPr/>
                <p:nvPr/>
              </p:nvSpPr>
              <p:spPr>
                <a:xfrm>
                  <a:off x="6335386" y="3121009"/>
                  <a:ext cx="816254" cy="311058"/>
                </a:xfrm>
                <a:custGeom>
                  <a:avLst/>
                  <a:gdLst>
                    <a:gd name="connsiteX0" fmla="*/ 0 w 816254"/>
                    <a:gd name="connsiteY0" fmla="*/ 18491 h 311058"/>
                    <a:gd name="connsiteX1" fmla="*/ 35519 w 816254"/>
                    <a:gd name="connsiteY1" fmla="*/ 5730 h 311058"/>
                    <a:gd name="connsiteX2" fmla="*/ 70998 w 816254"/>
                    <a:gd name="connsiteY2" fmla="*/ 1829 h 311058"/>
                    <a:gd name="connsiteX3" fmla="*/ 106477 w 816254"/>
                    <a:gd name="connsiteY3" fmla="*/ 0 h 311058"/>
                    <a:gd name="connsiteX4" fmla="*/ 141956 w 816254"/>
                    <a:gd name="connsiteY4" fmla="*/ 7559 h 311058"/>
                    <a:gd name="connsiteX5" fmla="*/ 177475 w 816254"/>
                    <a:gd name="connsiteY5" fmla="*/ 29708 h 311058"/>
                    <a:gd name="connsiteX6" fmla="*/ 212954 w 816254"/>
                    <a:gd name="connsiteY6" fmla="*/ 65390 h 311058"/>
                    <a:gd name="connsiteX7" fmla="*/ 248432 w 816254"/>
                    <a:gd name="connsiteY7" fmla="*/ 248270 h 311058"/>
                    <a:gd name="connsiteX8" fmla="*/ 283911 w 816254"/>
                    <a:gd name="connsiteY8" fmla="*/ 301711 h 311058"/>
                    <a:gd name="connsiteX9" fmla="*/ 319390 w 816254"/>
                    <a:gd name="connsiteY9" fmla="*/ 311059 h 311058"/>
                    <a:gd name="connsiteX10" fmla="*/ 354909 w 816254"/>
                    <a:gd name="connsiteY10" fmla="*/ 309758 h 311058"/>
                    <a:gd name="connsiteX11" fmla="*/ 390388 w 816254"/>
                    <a:gd name="connsiteY11" fmla="*/ 307685 h 311058"/>
                    <a:gd name="connsiteX12" fmla="*/ 425867 w 816254"/>
                    <a:gd name="connsiteY12" fmla="*/ 306913 h 311058"/>
                    <a:gd name="connsiteX13" fmla="*/ 461345 w 816254"/>
                    <a:gd name="connsiteY13" fmla="*/ 307685 h 311058"/>
                    <a:gd name="connsiteX14" fmla="*/ 496865 w 816254"/>
                    <a:gd name="connsiteY14" fmla="*/ 302727 h 311058"/>
                    <a:gd name="connsiteX15" fmla="*/ 532343 w 816254"/>
                    <a:gd name="connsiteY15" fmla="*/ 272776 h 311058"/>
                    <a:gd name="connsiteX16" fmla="*/ 567822 w 816254"/>
                    <a:gd name="connsiteY16" fmla="*/ 119319 h 311058"/>
                    <a:gd name="connsiteX17" fmla="*/ 603301 w 816254"/>
                    <a:gd name="connsiteY17" fmla="*/ 124277 h 311058"/>
                    <a:gd name="connsiteX18" fmla="*/ 638820 w 816254"/>
                    <a:gd name="connsiteY18" fmla="*/ 131308 h 311058"/>
                    <a:gd name="connsiteX19" fmla="*/ 674299 w 816254"/>
                    <a:gd name="connsiteY19" fmla="*/ 133137 h 311058"/>
                    <a:gd name="connsiteX20" fmla="*/ 709778 w 816254"/>
                    <a:gd name="connsiteY20" fmla="*/ 125578 h 311058"/>
                    <a:gd name="connsiteX21" fmla="*/ 745256 w 816254"/>
                    <a:gd name="connsiteY21" fmla="*/ 102901 h 311058"/>
                    <a:gd name="connsiteX22" fmla="*/ 780776 w 816254"/>
                    <a:gd name="connsiteY22" fmla="*/ 79207 h 311058"/>
                    <a:gd name="connsiteX23" fmla="*/ 816254 w 816254"/>
                    <a:gd name="connsiteY23" fmla="*/ 51044 h 3110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311058">
                      <a:moveTo>
                        <a:pt x="0" y="18491"/>
                      </a:moveTo>
                      <a:lnTo>
                        <a:pt x="35519" y="5730"/>
                      </a:lnTo>
                      <a:lnTo>
                        <a:pt x="70998" y="1829"/>
                      </a:lnTo>
                      <a:lnTo>
                        <a:pt x="106477" y="0"/>
                      </a:lnTo>
                      <a:lnTo>
                        <a:pt x="141956" y="7559"/>
                      </a:lnTo>
                      <a:lnTo>
                        <a:pt x="177475" y="29708"/>
                      </a:lnTo>
                      <a:lnTo>
                        <a:pt x="212954" y="65390"/>
                      </a:lnTo>
                      <a:lnTo>
                        <a:pt x="248432" y="248270"/>
                      </a:lnTo>
                      <a:lnTo>
                        <a:pt x="283911" y="301711"/>
                      </a:lnTo>
                      <a:lnTo>
                        <a:pt x="319390" y="311059"/>
                      </a:lnTo>
                      <a:lnTo>
                        <a:pt x="354909" y="309758"/>
                      </a:lnTo>
                      <a:lnTo>
                        <a:pt x="390388" y="307685"/>
                      </a:lnTo>
                      <a:lnTo>
                        <a:pt x="425867" y="306913"/>
                      </a:lnTo>
                      <a:lnTo>
                        <a:pt x="461345" y="307685"/>
                      </a:lnTo>
                      <a:lnTo>
                        <a:pt x="496865" y="302727"/>
                      </a:lnTo>
                      <a:lnTo>
                        <a:pt x="532343" y="272776"/>
                      </a:lnTo>
                      <a:lnTo>
                        <a:pt x="567822" y="119319"/>
                      </a:lnTo>
                      <a:lnTo>
                        <a:pt x="603301" y="124277"/>
                      </a:lnTo>
                      <a:lnTo>
                        <a:pt x="638820" y="131308"/>
                      </a:lnTo>
                      <a:lnTo>
                        <a:pt x="674299" y="133137"/>
                      </a:lnTo>
                      <a:lnTo>
                        <a:pt x="709778" y="125578"/>
                      </a:lnTo>
                      <a:lnTo>
                        <a:pt x="745256" y="102901"/>
                      </a:lnTo>
                      <a:lnTo>
                        <a:pt x="780776" y="79207"/>
                      </a:lnTo>
                      <a:lnTo>
                        <a:pt x="816254" y="51044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3" name="Freeform 1122">
                  <a:extLst>
                    <a:ext uri="{FF2B5EF4-FFF2-40B4-BE49-F238E27FC236}">
                      <a16:creationId xmlns:a16="http://schemas.microsoft.com/office/drawing/2014/main" id="{0CBB68D0-36E6-EB86-7A03-A0AD9BE07559}"/>
                    </a:ext>
                  </a:extLst>
                </p:cNvPr>
                <p:cNvSpPr/>
                <p:nvPr/>
              </p:nvSpPr>
              <p:spPr>
                <a:xfrm>
                  <a:off x="6335386" y="3443813"/>
                  <a:ext cx="816254" cy="96641"/>
                </a:xfrm>
                <a:custGeom>
                  <a:avLst/>
                  <a:gdLst>
                    <a:gd name="connsiteX0" fmla="*/ 0 w 816254"/>
                    <a:gd name="connsiteY0" fmla="*/ 16134 h 96641"/>
                    <a:gd name="connsiteX1" fmla="*/ 35519 w 816254"/>
                    <a:gd name="connsiteY1" fmla="*/ 7559 h 96641"/>
                    <a:gd name="connsiteX2" fmla="*/ 70998 w 816254"/>
                    <a:gd name="connsiteY2" fmla="*/ 2601 h 96641"/>
                    <a:gd name="connsiteX3" fmla="*/ 106477 w 816254"/>
                    <a:gd name="connsiteY3" fmla="*/ 772 h 96641"/>
                    <a:gd name="connsiteX4" fmla="*/ 141956 w 816254"/>
                    <a:gd name="connsiteY4" fmla="*/ 0 h 96641"/>
                    <a:gd name="connsiteX5" fmla="*/ 177475 w 816254"/>
                    <a:gd name="connsiteY5" fmla="*/ 1829 h 96641"/>
                    <a:gd name="connsiteX6" fmla="*/ 212954 w 816254"/>
                    <a:gd name="connsiteY6" fmla="*/ 24750 h 96641"/>
                    <a:gd name="connsiteX7" fmla="*/ 248432 w 816254"/>
                    <a:gd name="connsiteY7" fmla="*/ 86238 h 96641"/>
                    <a:gd name="connsiteX8" fmla="*/ 283911 w 816254"/>
                    <a:gd name="connsiteY8" fmla="*/ 93797 h 96641"/>
                    <a:gd name="connsiteX9" fmla="*/ 319390 w 816254"/>
                    <a:gd name="connsiteY9" fmla="*/ 96154 h 96641"/>
                    <a:gd name="connsiteX10" fmla="*/ 354909 w 816254"/>
                    <a:gd name="connsiteY10" fmla="*/ 96642 h 96641"/>
                    <a:gd name="connsiteX11" fmla="*/ 390388 w 816254"/>
                    <a:gd name="connsiteY11" fmla="*/ 95870 h 96641"/>
                    <a:gd name="connsiteX12" fmla="*/ 425867 w 816254"/>
                    <a:gd name="connsiteY12" fmla="*/ 95870 h 96641"/>
                    <a:gd name="connsiteX13" fmla="*/ 461345 w 816254"/>
                    <a:gd name="connsiteY13" fmla="*/ 95626 h 96641"/>
                    <a:gd name="connsiteX14" fmla="*/ 496865 w 816254"/>
                    <a:gd name="connsiteY14" fmla="*/ 94569 h 96641"/>
                    <a:gd name="connsiteX15" fmla="*/ 532343 w 816254"/>
                    <a:gd name="connsiteY15" fmla="*/ 87539 h 96641"/>
                    <a:gd name="connsiteX16" fmla="*/ 567822 w 816254"/>
                    <a:gd name="connsiteY16" fmla="*/ 41697 h 96641"/>
                    <a:gd name="connsiteX17" fmla="*/ 603301 w 816254"/>
                    <a:gd name="connsiteY17" fmla="*/ 44298 h 96641"/>
                    <a:gd name="connsiteX18" fmla="*/ 638820 w 816254"/>
                    <a:gd name="connsiteY18" fmla="*/ 41940 h 96641"/>
                    <a:gd name="connsiteX19" fmla="*/ 674299 w 816254"/>
                    <a:gd name="connsiteY19" fmla="*/ 45354 h 96641"/>
                    <a:gd name="connsiteX20" fmla="*/ 709778 w 816254"/>
                    <a:gd name="connsiteY20" fmla="*/ 46655 h 96641"/>
                    <a:gd name="connsiteX21" fmla="*/ 745256 w 816254"/>
                    <a:gd name="connsiteY21" fmla="*/ 43525 h 96641"/>
                    <a:gd name="connsiteX22" fmla="*/ 780776 w 816254"/>
                    <a:gd name="connsiteY22" fmla="*/ 39339 h 96641"/>
                    <a:gd name="connsiteX23" fmla="*/ 816254 w 816254"/>
                    <a:gd name="connsiteY23" fmla="*/ 32065 h 966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96641">
                      <a:moveTo>
                        <a:pt x="0" y="16134"/>
                      </a:moveTo>
                      <a:lnTo>
                        <a:pt x="35519" y="7559"/>
                      </a:lnTo>
                      <a:lnTo>
                        <a:pt x="70998" y="2601"/>
                      </a:lnTo>
                      <a:lnTo>
                        <a:pt x="106477" y="772"/>
                      </a:lnTo>
                      <a:lnTo>
                        <a:pt x="141956" y="0"/>
                      </a:lnTo>
                      <a:lnTo>
                        <a:pt x="177475" y="1829"/>
                      </a:lnTo>
                      <a:lnTo>
                        <a:pt x="212954" y="24750"/>
                      </a:lnTo>
                      <a:lnTo>
                        <a:pt x="248432" y="86238"/>
                      </a:lnTo>
                      <a:lnTo>
                        <a:pt x="283911" y="93797"/>
                      </a:lnTo>
                      <a:lnTo>
                        <a:pt x="319390" y="96154"/>
                      </a:lnTo>
                      <a:lnTo>
                        <a:pt x="354909" y="96642"/>
                      </a:lnTo>
                      <a:lnTo>
                        <a:pt x="390388" y="95870"/>
                      </a:lnTo>
                      <a:lnTo>
                        <a:pt x="425867" y="95870"/>
                      </a:lnTo>
                      <a:lnTo>
                        <a:pt x="461345" y="95626"/>
                      </a:lnTo>
                      <a:lnTo>
                        <a:pt x="496865" y="94569"/>
                      </a:lnTo>
                      <a:lnTo>
                        <a:pt x="532343" y="87539"/>
                      </a:lnTo>
                      <a:lnTo>
                        <a:pt x="567822" y="41697"/>
                      </a:lnTo>
                      <a:lnTo>
                        <a:pt x="603301" y="44298"/>
                      </a:lnTo>
                      <a:lnTo>
                        <a:pt x="638820" y="41940"/>
                      </a:lnTo>
                      <a:lnTo>
                        <a:pt x="674299" y="45354"/>
                      </a:lnTo>
                      <a:lnTo>
                        <a:pt x="709778" y="46655"/>
                      </a:lnTo>
                      <a:lnTo>
                        <a:pt x="745256" y="43525"/>
                      </a:lnTo>
                      <a:lnTo>
                        <a:pt x="780776" y="39339"/>
                      </a:lnTo>
                      <a:lnTo>
                        <a:pt x="816254" y="32065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24" name="Graphic 1095">
                <a:extLst>
                  <a:ext uri="{FF2B5EF4-FFF2-40B4-BE49-F238E27FC236}">
                    <a16:creationId xmlns:a16="http://schemas.microsoft.com/office/drawing/2014/main" id="{C19116C1-C0EE-3793-D85F-CEA3A7CEA97F}"/>
                  </a:ext>
                </a:extLst>
              </p:cNvPr>
              <p:cNvGrpSpPr/>
              <p:nvPr/>
            </p:nvGrpSpPr>
            <p:grpSpPr>
              <a:xfrm>
                <a:off x="6335386" y="3791650"/>
                <a:ext cx="816254" cy="786343"/>
                <a:chOff x="6335386" y="3791650"/>
                <a:chExt cx="816254" cy="786343"/>
              </a:xfrm>
              <a:noFill/>
            </p:grpSpPr>
            <p:sp>
              <p:nvSpPr>
                <p:cNvPr id="1125" name="Freeform 1124">
                  <a:extLst>
                    <a:ext uri="{FF2B5EF4-FFF2-40B4-BE49-F238E27FC236}">
                      <a16:creationId xmlns:a16="http://schemas.microsoft.com/office/drawing/2014/main" id="{A5F56D06-552C-6E10-E27C-94D7EB78EC73}"/>
                    </a:ext>
                  </a:extLst>
                </p:cNvPr>
                <p:cNvSpPr/>
                <p:nvPr/>
              </p:nvSpPr>
              <p:spPr>
                <a:xfrm>
                  <a:off x="6335386" y="4577994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6" name="Freeform 1125">
                  <a:extLst>
                    <a:ext uri="{FF2B5EF4-FFF2-40B4-BE49-F238E27FC236}">
                      <a16:creationId xmlns:a16="http://schemas.microsoft.com/office/drawing/2014/main" id="{3B96794E-D55A-3010-7435-5878DE74903B}"/>
                    </a:ext>
                  </a:extLst>
                </p:cNvPr>
                <p:cNvSpPr/>
                <p:nvPr/>
              </p:nvSpPr>
              <p:spPr>
                <a:xfrm>
                  <a:off x="6335386" y="4317451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7" name="Freeform 1126">
                  <a:extLst>
                    <a:ext uri="{FF2B5EF4-FFF2-40B4-BE49-F238E27FC236}">
                      <a16:creationId xmlns:a16="http://schemas.microsoft.com/office/drawing/2014/main" id="{C2C72492-DB2F-3258-F34C-070D343BF2FE}"/>
                    </a:ext>
                  </a:extLst>
                </p:cNvPr>
                <p:cNvSpPr/>
                <p:nvPr/>
              </p:nvSpPr>
              <p:spPr>
                <a:xfrm>
                  <a:off x="6335386" y="4056908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8" name="Freeform 1127">
                  <a:extLst>
                    <a:ext uri="{FF2B5EF4-FFF2-40B4-BE49-F238E27FC236}">
                      <a16:creationId xmlns:a16="http://schemas.microsoft.com/office/drawing/2014/main" id="{F970BADA-AB7E-C5C6-0C03-E09297E4A1A7}"/>
                    </a:ext>
                  </a:extLst>
                </p:cNvPr>
                <p:cNvSpPr/>
                <p:nvPr/>
              </p:nvSpPr>
              <p:spPr>
                <a:xfrm>
                  <a:off x="6335386" y="3796364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9" name="Freeform 1128">
                  <a:extLst>
                    <a:ext uri="{FF2B5EF4-FFF2-40B4-BE49-F238E27FC236}">
                      <a16:creationId xmlns:a16="http://schemas.microsoft.com/office/drawing/2014/main" id="{61EFBF56-0ECB-2C1D-2E0A-86E80835F39A}"/>
                    </a:ext>
                  </a:extLst>
                </p:cNvPr>
                <p:cNvSpPr/>
                <p:nvPr/>
              </p:nvSpPr>
              <p:spPr>
                <a:xfrm>
                  <a:off x="6335386" y="3791650"/>
                  <a:ext cx="816254" cy="493491"/>
                </a:xfrm>
                <a:custGeom>
                  <a:avLst/>
                  <a:gdLst>
                    <a:gd name="connsiteX0" fmla="*/ 0 w 816254"/>
                    <a:gd name="connsiteY0" fmla="*/ 69332 h 493491"/>
                    <a:gd name="connsiteX1" fmla="*/ 35519 w 816254"/>
                    <a:gd name="connsiteY1" fmla="*/ 44826 h 493491"/>
                    <a:gd name="connsiteX2" fmla="*/ 70998 w 816254"/>
                    <a:gd name="connsiteY2" fmla="*/ 21905 h 493491"/>
                    <a:gd name="connsiteX3" fmla="*/ 106477 w 816254"/>
                    <a:gd name="connsiteY3" fmla="*/ 10444 h 493491"/>
                    <a:gd name="connsiteX4" fmla="*/ 141956 w 816254"/>
                    <a:gd name="connsiteY4" fmla="*/ 0 h 493491"/>
                    <a:gd name="connsiteX5" fmla="*/ 177475 w 816254"/>
                    <a:gd name="connsiteY5" fmla="*/ 164145 h 493491"/>
                    <a:gd name="connsiteX6" fmla="*/ 212954 w 816254"/>
                    <a:gd name="connsiteY6" fmla="*/ 413756 h 493491"/>
                    <a:gd name="connsiteX7" fmla="*/ 248432 w 816254"/>
                    <a:gd name="connsiteY7" fmla="*/ 468986 h 493491"/>
                    <a:gd name="connsiteX8" fmla="*/ 283911 w 816254"/>
                    <a:gd name="connsiteY8" fmla="*/ 485932 h 493491"/>
                    <a:gd name="connsiteX9" fmla="*/ 319390 w 816254"/>
                    <a:gd name="connsiteY9" fmla="*/ 488005 h 493491"/>
                    <a:gd name="connsiteX10" fmla="*/ 354909 w 816254"/>
                    <a:gd name="connsiteY10" fmla="*/ 488533 h 493491"/>
                    <a:gd name="connsiteX11" fmla="*/ 390388 w 816254"/>
                    <a:gd name="connsiteY11" fmla="*/ 493492 h 493491"/>
                    <a:gd name="connsiteX12" fmla="*/ 425867 w 816254"/>
                    <a:gd name="connsiteY12" fmla="*/ 486705 h 493491"/>
                    <a:gd name="connsiteX13" fmla="*/ 461345 w 816254"/>
                    <a:gd name="connsiteY13" fmla="*/ 479430 h 493491"/>
                    <a:gd name="connsiteX14" fmla="*/ 496865 w 816254"/>
                    <a:gd name="connsiteY14" fmla="*/ 473172 h 493491"/>
                    <a:gd name="connsiteX15" fmla="*/ 532343 w 816254"/>
                    <a:gd name="connsiteY15" fmla="*/ 452079 h 493491"/>
                    <a:gd name="connsiteX16" fmla="*/ 567822 w 816254"/>
                    <a:gd name="connsiteY16" fmla="*/ 383804 h 493491"/>
                    <a:gd name="connsiteX17" fmla="*/ 603301 w 816254"/>
                    <a:gd name="connsiteY17" fmla="*/ 187594 h 493491"/>
                    <a:gd name="connsiteX18" fmla="*/ 638820 w 816254"/>
                    <a:gd name="connsiteY18" fmla="*/ 6258 h 493491"/>
                    <a:gd name="connsiteX19" fmla="*/ 674299 w 816254"/>
                    <a:gd name="connsiteY19" fmla="*/ 51857 h 493491"/>
                    <a:gd name="connsiteX20" fmla="*/ 709778 w 816254"/>
                    <a:gd name="connsiteY20" fmla="*/ 74005 h 493491"/>
                    <a:gd name="connsiteX21" fmla="*/ 745256 w 816254"/>
                    <a:gd name="connsiteY21" fmla="*/ 2113 h 493491"/>
                    <a:gd name="connsiteX22" fmla="*/ 780776 w 816254"/>
                    <a:gd name="connsiteY22" fmla="*/ 57343 h 493491"/>
                    <a:gd name="connsiteX23" fmla="*/ 816254 w 816254"/>
                    <a:gd name="connsiteY23" fmla="*/ 76362 h 493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493491">
                      <a:moveTo>
                        <a:pt x="0" y="69332"/>
                      </a:moveTo>
                      <a:lnTo>
                        <a:pt x="35519" y="44826"/>
                      </a:lnTo>
                      <a:lnTo>
                        <a:pt x="70998" y="21905"/>
                      </a:lnTo>
                      <a:lnTo>
                        <a:pt x="106477" y="10444"/>
                      </a:lnTo>
                      <a:lnTo>
                        <a:pt x="141956" y="0"/>
                      </a:lnTo>
                      <a:lnTo>
                        <a:pt x="177475" y="164145"/>
                      </a:lnTo>
                      <a:lnTo>
                        <a:pt x="212954" y="413756"/>
                      </a:lnTo>
                      <a:lnTo>
                        <a:pt x="248432" y="468986"/>
                      </a:lnTo>
                      <a:lnTo>
                        <a:pt x="283911" y="485932"/>
                      </a:lnTo>
                      <a:lnTo>
                        <a:pt x="319390" y="488005"/>
                      </a:lnTo>
                      <a:lnTo>
                        <a:pt x="354909" y="488533"/>
                      </a:lnTo>
                      <a:lnTo>
                        <a:pt x="390388" y="493492"/>
                      </a:lnTo>
                      <a:lnTo>
                        <a:pt x="425867" y="486705"/>
                      </a:lnTo>
                      <a:lnTo>
                        <a:pt x="461345" y="479430"/>
                      </a:lnTo>
                      <a:lnTo>
                        <a:pt x="496865" y="473172"/>
                      </a:lnTo>
                      <a:lnTo>
                        <a:pt x="532343" y="452079"/>
                      </a:lnTo>
                      <a:lnTo>
                        <a:pt x="567822" y="383804"/>
                      </a:lnTo>
                      <a:lnTo>
                        <a:pt x="603301" y="187594"/>
                      </a:lnTo>
                      <a:lnTo>
                        <a:pt x="638820" y="6258"/>
                      </a:lnTo>
                      <a:lnTo>
                        <a:pt x="674299" y="51857"/>
                      </a:lnTo>
                      <a:lnTo>
                        <a:pt x="709778" y="74005"/>
                      </a:lnTo>
                      <a:lnTo>
                        <a:pt x="745256" y="2113"/>
                      </a:lnTo>
                      <a:lnTo>
                        <a:pt x="780776" y="57343"/>
                      </a:lnTo>
                      <a:lnTo>
                        <a:pt x="816254" y="76362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0" name="Freeform 1129">
                  <a:extLst>
                    <a:ext uri="{FF2B5EF4-FFF2-40B4-BE49-F238E27FC236}">
                      <a16:creationId xmlns:a16="http://schemas.microsoft.com/office/drawing/2014/main" id="{0A137FAD-C7A1-58E8-16B7-57A325B13E0F}"/>
                    </a:ext>
                  </a:extLst>
                </p:cNvPr>
                <p:cNvSpPr/>
                <p:nvPr/>
              </p:nvSpPr>
              <p:spPr>
                <a:xfrm>
                  <a:off x="6335386" y="3985259"/>
                  <a:ext cx="816254" cy="362955"/>
                </a:xfrm>
                <a:custGeom>
                  <a:avLst/>
                  <a:gdLst>
                    <a:gd name="connsiteX0" fmla="*/ 0 w 816254"/>
                    <a:gd name="connsiteY0" fmla="*/ 73721 h 362955"/>
                    <a:gd name="connsiteX1" fmla="*/ 35519 w 816254"/>
                    <a:gd name="connsiteY1" fmla="*/ 50556 h 362955"/>
                    <a:gd name="connsiteX2" fmla="*/ 70998 w 816254"/>
                    <a:gd name="connsiteY2" fmla="*/ 32837 h 362955"/>
                    <a:gd name="connsiteX3" fmla="*/ 106477 w 816254"/>
                    <a:gd name="connsiteY3" fmla="*/ 18735 h 362955"/>
                    <a:gd name="connsiteX4" fmla="*/ 141956 w 816254"/>
                    <a:gd name="connsiteY4" fmla="*/ 7803 h 362955"/>
                    <a:gd name="connsiteX5" fmla="*/ 177475 w 816254"/>
                    <a:gd name="connsiteY5" fmla="*/ 148255 h 362955"/>
                    <a:gd name="connsiteX6" fmla="*/ 212954 w 816254"/>
                    <a:gd name="connsiteY6" fmla="*/ 297282 h 362955"/>
                    <a:gd name="connsiteX7" fmla="*/ 248432 w 816254"/>
                    <a:gd name="connsiteY7" fmla="*/ 336093 h 362955"/>
                    <a:gd name="connsiteX8" fmla="*/ 283911 w 816254"/>
                    <a:gd name="connsiteY8" fmla="*/ 349667 h 362955"/>
                    <a:gd name="connsiteX9" fmla="*/ 319390 w 816254"/>
                    <a:gd name="connsiteY9" fmla="*/ 356169 h 362955"/>
                    <a:gd name="connsiteX10" fmla="*/ 354909 w 816254"/>
                    <a:gd name="connsiteY10" fmla="*/ 360314 h 362955"/>
                    <a:gd name="connsiteX11" fmla="*/ 390388 w 816254"/>
                    <a:gd name="connsiteY11" fmla="*/ 362956 h 362955"/>
                    <a:gd name="connsiteX12" fmla="*/ 425867 w 816254"/>
                    <a:gd name="connsiteY12" fmla="*/ 359542 h 362955"/>
                    <a:gd name="connsiteX13" fmla="*/ 461345 w 816254"/>
                    <a:gd name="connsiteY13" fmla="*/ 357998 h 362955"/>
                    <a:gd name="connsiteX14" fmla="*/ 496865 w 816254"/>
                    <a:gd name="connsiteY14" fmla="*/ 355397 h 362955"/>
                    <a:gd name="connsiteX15" fmla="*/ 532343 w 816254"/>
                    <a:gd name="connsiteY15" fmla="*/ 341579 h 362955"/>
                    <a:gd name="connsiteX16" fmla="*/ 567822 w 816254"/>
                    <a:gd name="connsiteY16" fmla="*/ 288422 h 362955"/>
                    <a:gd name="connsiteX17" fmla="*/ 603301 w 816254"/>
                    <a:gd name="connsiteY17" fmla="*/ 160243 h 362955"/>
                    <a:gd name="connsiteX18" fmla="*/ 638820 w 816254"/>
                    <a:gd name="connsiteY18" fmla="*/ 0 h 362955"/>
                    <a:gd name="connsiteX19" fmla="*/ 674299 w 816254"/>
                    <a:gd name="connsiteY19" fmla="*/ 38039 h 362955"/>
                    <a:gd name="connsiteX20" fmla="*/ 709778 w 816254"/>
                    <a:gd name="connsiteY20" fmla="*/ 65390 h 362955"/>
                    <a:gd name="connsiteX21" fmla="*/ 745256 w 816254"/>
                    <a:gd name="connsiteY21" fmla="*/ 37267 h 362955"/>
                    <a:gd name="connsiteX22" fmla="*/ 780776 w 816254"/>
                    <a:gd name="connsiteY22" fmla="*/ 80264 h 362955"/>
                    <a:gd name="connsiteX23" fmla="*/ 816254 w 816254"/>
                    <a:gd name="connsiteY23" fmla="*/ 85994 h 3629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362955">
                      <a:moveTo>
                        <a:pt x="0" y="73721"/>
                      </a:moveTo>
                      <a:lnTo>
                        <a:pt x="35519" y="50556"/>
                      </a:lnTo>
                      <a:lnTo>
                        <a:pt x="70998" y="32837"/>
                      </a:lnTo>
                      <a:lnTo>
                        <a:pt x="106477" y="18735"/>
                      </a:lnTo>
                      <a:lnTo>
                        <a:pt x="141956" y="7803"/>
                      </a:lnTo>
                      <a:lnTo>
                        <a:pt x="177475" y="148255"/>
                      </a:lnTo>
                      <a:lnTo>
                        <a:pt x="212954" y="297282"/>
                      </a:lnTo>
                      <a:lnTo>
                        <a:pt x="248432" y="336093"/>
                      </a:lnTo>
                      <a:lnTo>
                        <a:pt x="283911" y="349667"/>
                      </a:lnTo>
                      <a:lnTo>
                        <a:pt x="319390" y="356169"/>
                      </a:lnTo>
                      <a:lnTo>
                        <a:pt x="354909" y="360314"/>
                      </a:lnTo>
                      <a:lnTo>
                        <a:pt x="390388" y="362956"/>
                      </a:lnTo>
                      <a:lnTo>
                        <a:pt x="425867" y="359542"/>
                      </a:lnTo>
                      <a:lnTo>
                        <a:pt x="461345" y="357998"/>
                      </a:lnTo>
                      <a:lnTo>
                        <a:pt x="496865" y="355397"/>
                      </a:lnTo>
                      <a:lnTo>
                        <a:pt x="532343" y="341579"/>
                      </a:lnTo>
                      <a:lnTo>
                        <a:pt x="567822" y="288422"/>
                      </a:lnTo>
                      <a:lnTo>
                        <a:pt x="603301" y="160243"/>
                      </a:lnTo>
                      <a:lnTo>
                        <a:pt x="638820" y="0"/>
                      </a:lnTo>
                      <a:lnTo>
                        <a:pt x="674299" y="38039"/>
                      </a:lnTo>
                      <a:lnTo>
                        <a:pt x="709778" y="65390"/>
                      </a:lnTo>
                      <a:lnTo>
                        <a:pt x="745256" y="37267"/>
                      </a:lnTo>
                      <a:lnTo>
                        <a:pt x="780776" y="80264"/>
                      </a:lnTo>
                      <a:lnTo>
                        <a:pt x="816254" y="85994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1" name="Freeform 1130">
                  <a:extLst>
                    <a:ext uri="{FF2B5EF4-FFF2-40B4-BE49-F238E27FC236}">
                      <a16:creationId xmlns:a16="http://schemas.microsoft.com/office/drawing/2014/main" id="{E7474F7B-3063-2FBF-15BD-0994964F3F49}"/>
                    </a:ext>
                  </a:extLst>
                </p:cNvPr>
                <p:cNvSpPr/>
                <p:nvPr/>
              </p:nvSpPr>
              <p:spPr>
                <a:xfrm>
                  <a:off x="6335386" y="4332812"/>
                  <a:ext cx="816254" cy="223560"/>
                </a:xfrm>
                <a:custGeom>
                  <a:avLst/>
                  <a:gdLst>
                    <a:gd name="connsiteX0" fmla="*/ 0 w 816254"/>
                    <a:gd name="connsiteY0" fmla="*/ 118831 h 223560"/>
                    <a:gd name="connsiteX1" fmla="*/ 35519 w 816254"/>
                    <a:gd name="connsiteY1" fmla="*/ 113101 h 223560"/>
                    <a:gd name="connsiteX2" fmla="*/ 70998 w 816254"/>
                    <a:gd name="connsiteY2" fmla="*/ 101112 h 223560"/>
                    <a:gd name="connsiteX3" fmla="*/ 106477 w 816254"/>
                    <a:gd name="connsiteY3" fmla="*/ 85994 h 223560"/>
                    <a:gd name="connsiteX4" fmla="*/ 141956 w 816254"/>
                    <a:gd name="connsiteY4" fmla="*/ 74778 h 223560"/>
                    <a:gd name="connsiteX5" fmla="*/ 177475 w 816254"/>
                    <a:gd name="connsiteY5" fmla="*/ 198526 h 223560"/>
                    <a:gd name="connsiteX6" fmla="*/ 212954 w 816254"/>
                    <a:gd name="connsiteY6" fmla="*/ 216002 h 223560"/>
                    <a:gd name="connsiteX7" fmla="*/ 248432 w 816254"/>
                    <a:gd name="connsiteY7" fmla="*/ 220675 h 223560"/>
                    <a:gd name="connsiteX8" fmla="*/ 283911 w 816254"/>
                    <a:gd name="connsiteY8" fmla="*/ 222260 h 223560"/>
                    <a:gd name="connsiteX9" fmla="*/ 319390 w 816254"/>
                    <a:gd name="connsiteY9" fmla="*/ 223032 h 223560"/>
                    <a:gd name="connsiteX10" fmla="*/ 354909 w 816254"/>
                    <a:gd name="connsiteY10" fmla="*/ 223317 h 223560"/>
                    <a:gd name="connsiteX11" fmla="*/ 390388 w 816254"/>
                    <a:gd name="connsiteY11" fmla="*/ 223561 h 223560"/>
                    <a:gd name="connsiteX12" fmla="*/ 425867 w 816254"/>
                    <a:gd name="connsiteY12" fmla="*/ 223032 h 223560"/>
                    <a:gd name="connsiteX13" fmla="*/ 461345 w 816254"/>
                    <a:gd name="connsiteY13" fmla="*/ 223317 h 223560"/>
                    <a:gd name="connsiteX14" fmla="*/ 496865 w 816254"/>
                    <a:gd name="connsiteY14" fmla="*/ 223317 h 223560"/>
                    <a:gd name="connsiteX15" fmla="*/ 532343 w 816254"/>
                    <a:gd name="connsiteY15" fmla="*/ 221732 h 223560"/>
                    <a:gd name="connsiteX16" fmla="*/ 567822 w 816254"/>
                    <a:gd name="connsiteY16" fmla="*/ 180035 h 223560"/>
                    <a:gd name="connsiteX17" fmla="*/ 603301 w 816254"/>
                    <a:gd name="connsiteY17" fmla="*/ 108915 h 223560"/>
                    <a:gd name="connsiteX18" fmla="*/ 638820 w 816254"/>
                    <a:gd name="connsiteY18" fmla="*/ 0 h 223560"/>
                    <a:gd name="connsiteX19" fmla="*/ 674299 w 816254"/>
                    <a:gd name="connsiteY19" fmla="*/ 10973 h 223560"/>
                    <a:gd name="connsiteX20" fmla="*/ 709778 w 816254"/>
                    <a:gd name="connsiteY20" fmla="*/ 24750 h 223560"/>
                    <a:gd name="connsiteX21" fmla="*/ 745256 w 816254"/>
                    <a:gd name="connsiteY21" fmla="*/ 7844 h 223560"/>
                    <a:gd name="connsiteX22" fmla="*/ 780776 w 816254"/>
                    <a:gd name="connsiteY22" fmla="*/ 51857 h 223560"/>
                    <a:gd name="connsiteX23" fmla="*/ 816254 w 816254"/>
                    <a:gd name="connsiteY23" fmla="*/ 97983 h 2235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223560">
                      <a:moveTo>
                        <a:pt x="0" y="118831"/>
                      </a:moveTo>
                      <a:lnTo>
                        <a:pt x="35519" y="113101"/>
                      </a:lnTo>
                      <a:lnTo>
                        <a:pt x="70998" y="101112"/>
                      </a:lnTo>
                      <a:lnTo>
                        <a:pt x="106477" y="85994"/>
                      </a:lnTo>
                      <a:lnTo>
                        <a:pt x="141956" y="74778"/>
                      </a:lnTo>
                      <a:lnTo>
                        <a:pt x="177475" y="198526"/>
                      </a:lnTo>
                      <a:lnTo>
                        <a:pt x="212954" y="216002"/>
                      </a:lnTo>
                      <a:lnTo>
                        <a:pt x="248432" y="220675"/>
                      </a:lnTo>
                      <a:lnTo>
                        <a:pt x="283911" y="222260"/>
                      </a:lnTo>
                      <a:lnTo>
                        <a:pt x="319390" y="223032"/>
                      </a:lnTo>
                      <a:lnTo>
                        <a:pt x="354909" y="223317"/>
                      </a:lnTo>
                      <a:lnTo>
                        <a:pt x="390388" y="223561"/>
                      </a:lnTo>
                      <a:lnTo>
                        <a:pt x="425867" y="223032"/>
                      </a:lnTo>
                      <a:lnTo>
                        <a:pt x="461345" y="223317"/>
                      </a:lnTo>
                      <a:lnTo>
                        <a:pt x="496865" y="223317"/>
                      </a:lnTo>
                      <a:lnTo>
                        <a:pt x="532343" y="221732"/>
                      </a:lnTo>
                      <a:lnTo>
                        <a:pt x="567822" y="180035"/>
                      </a:lnTo>
                      <a:lnTo>
                        <a:pt x="603301" y="108915"/>
                      </a:lnTo>
                      <a:lnTo>
                        <a:pt x="638820" y="0"/>
                      </a:lnTo>
                      <a:lnTo>
                        <a:pt x="674299" y="10973"/>
                      </a:lnTo>
                      <a:lnTo>
                        <a:pt x="709778" y="24750"/>
                      </a:lnTo>
                      <a:lnTo>
                        <a:pt x="745256" y="7844"/>
                      </a:lnTo>
                      <a:lnTo>
                        <a:pt x="780776" y="51857"/>
                      </a:lnTo>
                      <a:lnTo>
                        <a:pt x="816254" y="97983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32" name="Graphic 1095">
                <a:extLst>
                  <a:ext uri="{FF2B5EF4-FFF2-40B4-BE49-F238E27FC236}">
                    <a16:creationId xmlns:a16="http://schemas.microsoft.com/office/drawing/2014/main" id="{6ADD7CDC-16A2-4FEF-6F2A-39C8A2AB9C6D}"/>
                  </a:ext>
                </a:extLst>
              </p:cNvPr>
              <p:cNvGrpSpPr/>
              <p:nvPr/>
            </p:nvGrpSpPr>
            <p:grpSpPr>
              <a:xfrm>
                <a:off x="7173911" y="2788289"/>
                <a:ext cx="816213" cy="781629"/>
                <a:chOff x="7173911" y="2788289"/>
                <a:chExt cx="816213" cy="781629"/>
              </a:xfrm>
              <a:noFill/>
            </p:grpSpPr>
            <p:sp>
              <p:nvSpPr>
                <p:cNvPr id="1133" name="Freeform 1132">
                  <a:extLst>
                    <a:ext uri="{FF2B5EF4-FFF2-40B4-BE49-F238E27FC236}">
                      <a16:creationId xmlns:a16="http://schemas.microsoft.com/office/drawing/2014/main" id="{04D68A22-BEB6-14C1-E9A8-937739E6B378}"/>
                    </a:ext>
                  </a:extLst>
                </p:cNvPr>
                <p:cNvSpPr/>
                <p:nvPr/>
              </p:nvSpPr>
              <p:spPr>
                <a:xfrm>
                  <a:off x="7173911" y="3569919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4" name="Freeform 1133">
                  <a:extLst>
                    <a:ext uri="{FF2B5EF4-FFF2-40B4-BE49-F238E27FC236}">
                      <a16:creationId xmlns:a16="http://schemas.microsoft.com/office/drawing/2014/main" id="{2CD1BA17-4098-BEA6-2C23-B23A0DA31CE2}"/>
                    </a:ext>
                  </a:extLst>
                </p:cNvPr>
                <p:cNvSpPr/>
                <p:nvPr/>
              </p:nvSpPr>
              <p:spPr>
                <a:xfrm>
                  <a:off x="7173911" y="3309375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5" name="Freeform 1134">
                  <a:extLst>
                    <a:ext uri="{FF2B5EF4-FFF2-40B4-BE49-F238E27FC236}">
                      <a16:creationId xmlns:a16="http://schemas.microsoft.com/office/drawing/2014/main" id="{8DAF7FD8-1076-0D4D-7124-54C62D023C90}"/>
                    </a:ext>
                  </a:extLst>
                </p:cNvPr>
                <p:cNvSpPr/>
                <p:nvPr/>
              </p:nvSpPr>
              <p:spPr>
                <a:xfrm>
                  <a:off x="7173911" y="3048832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6" name="Freeform 1135">
                  <a:extLst>
                    <a:ext uri="{FF2B5EF4-FFF2-40B4-BE49-F238E27FC236}">
                      <a16:creationId xmlns:a16="http://schemas.microsoft.com/office/drawing/2014/main" id="{ABD19747-384A-CFBB-99EC-F9BCACBE5491}"/>
                    </a:ext>
                  </a:extLst>
                </p:cNvPr>
                <p:cNvSpPr/>
                <p:nvPr/>
              </p:nvSpPr>
              <p:spPr>
                <a:xfrm>
                  <a:off x="7173911" y="2788289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7" name="Freeform 1136">
                  <a:extLst>
                    <a:ext uri="{FF2B5EF4-FFF2-40B4-BE49-F238E27FC236}">
                      <a16:creationId xmlns:a16="http://schemas.microsoft.com/office/drawing/2014/main" id="{C31B0782-A028-6616-B461-13C6AA736074}"/>
                    </a:ext>
                  </a:extLst>
                </p:cNvPr>
                <p:cNvSpPr/>
                <p:nvPr/>
              </p:nvSpPr>
              <p:spPr>
                <a:xfrm>
                  <a:off x="7173911" y="3251789"/>
                  <a:ext cx="816213" cy="283992"/>
                </a:xfrm>
                <a:custGeom>
                  <a:avLst/>
                  <a:gdLst>
                    <a:gd name="connsiteX0" fmla="*/ 0 w 816213"/>
                    <a:gd name="connsiteY0" fmla="*/ 33081 h 283992"/>
                    <a:gd name="connsiteX1" fmla="*/ 35479 w 816213"/>
                    <a:gd name="connsiteY1" fmla="*/ 20320 h 283992"/>
                    <a:gd name="connsiteX2" fmla="*/ 70957 w 816213"/>
                    <a:gd name="connsiteY2" fmla="*/ 16175 h 283992"/>
                    <a:gd name="connsiteX3" fmla="*/ 106477 w 816213"/>
                    <a:gd name="connsiteY3" fmla="*/ 12761 h 283992"/>
                    <a:gd name="connsiteX4" fmla="*/ 141955 w 816213"/>
                    <a:gd name="connsiteY4" fmla="*/ 20848 h 283992"/>
                    <a:gd name="connsiteX5" fmla="*/ 177434 w 816213"/>
                    <a:gd name="connsiteY5" fmla="*/ 45354 h 283992"/>
                    <a:gd name="connsiteX6" fmla="*/ 212913 w 816213"/>
                    <a:gd name="connsiteY6" fmla="*/ 212344 h 283992"/>
                    <a:gd name="connsiteX7" fmla="*/ 248392 w 816213"/>
                    <a:gd name="connsiteY7" fmla="*/ 269403 h 283992"/>
                    <a:gd name="connsiteX8" fmla="*/ 283911 w 816213"/>
                    <a:gd name="connsiteY8" fmla="*/ 279319 h 283992"/>
                    <a:gd name="connsiteX9" fmla="*/ 319390 w 816213"/>
                    <a:gd name="connsiteY9" fmla="*/ 280863 h 283992"/>
                    <a:gd name="connsiteX10" fmla="*/ 354868 w 816213"/>
                    <a:gd name="connsiteY10" fmla="*/ 282448 h 283992"/>
                    <a:gd name="connsiteX11" fmla="*/ 390347 w 816213"/>
                    <a:gd name="connsiteY11" fmla="*/ 282448 h 283992"/>
                    <a:gd name="connsiteX12" fmla="*/ 425867 w 816213"/>
                    <a:gd name="connsiteY12" fmla="*/ 282692 h 283992"/>
                    <a:gd name="connsiteX13" fmla="*/ 461345 w 816213"/>
                    <a:gd name="connsiteY13" fmla="*/ 283992 h 283992"/>
                    <a:gd name="connsiteX14" fmla="*/ 496824 w 816213"/>
                    <a:gd name="connsiteY14" fmla="*/ 283992 h 283992"/>
                    <a:gd name="connsiteX15" fmla="*/ 532303 w 816213"/>
                    <a:gd name="connsiteY15" fmla="*/ 281635 h 283992"/>
                    <a:gd name="connsiteX16" fmla="*/ 567822 w 816213"/>
                    <a:gd name="connsiteY16" fmla="*/ 170647 h 283992"/>
                    <a:gd name="connsiteX17" fmla="*/ 603301 w 816213"/>
                    <a:gd name="connsiteY17" fmla="*/ 89896 h 283992"/>
                    <a:gd name="connsiteX18" fmla="*/ 638780 w 816213"/>
                    <a:gd name="connsiteY18" fmla="*/ 34138 h 283992"/>
                    <a:gd name="connsiteX19" fmla="*/ 674258 w 816213"/>
                    <a:gd name="connsiteY19" fmla="*/ 11217 h 283992"/>
                    <a:gd name="connsiteX20" fmla="*/ 709778 w 816213"/>
                    <a:gd name="connsiteY20" fmla="*/ 52385 h 283992"/>
                    <a:gd name="connsiteX21" fmla="*/ 745256 w 816213"/>
                    <a:gd name="connsiteY21" fmla="*/ 0 h 283992"/>
                    <a:gd name="connsiteX22" fmla="*/ 780735 w 816213"/>
                    <a:gd name="connsiteY22" fmla="*/ 43241 h 283992"/>
                    <a:gd name="connsiteX23" fmla="*/ 816214 w 816213"/>
                    <a:gd name="connsiteY23" fmla="*/ 62789 h 28399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283992">
                      <a:moveTo>
                        <a:pt x="0" y="33081"/>
                      </a:moveTo>
                      <a:lnTo>
                        <a:pt x="35479" y="20320"/>
                      </a:lnTo>
                      <a:lnTo>
                        <a:pt x="70957" y="16175"/>
                      </a:lnTo>
                      <a:lnTo>
                        <a:pt x="106477" y="12761"/>
                      </a:lnTo>
                      <a:lnTo>
                        <a:pt x="141955" y="20848"/>
                      </a:lnTo>
                      <a:lnTo>
                        <a:pt x="177434" y="45354"/>
                      </a:lnTo>
                      <a:lnTo>
                        <a:pt x="212913" y="212344"/>
                      </a:lnTo>
                      <a:lnTo>
                        <a:pt x="248392" y="269403"/>
                      </a:lnTo>
                      <a:lnTo>
                        <a:pt x="283911" y="279319"/>
                      </a:lnTo>
                      <a:lnTo>
                        <a:pt x="319390" y="280863"/>
                      </a:lnTo>
                      <a:lnTo>
                        <a:pt x="354868" y="282448"/>
                      </a:lnTo>
                      <a:lnTo>
                        <a:pt x="390347" y="282448"/>
                      </a:lnTo>
                      <a:lnTo>
                        <a:pt x="425867" y="282692"/>
                      </a:lnTo>
                      <a:lnTo>
                        <a:pt x="461345" y="283992"/>
                      </a:lnTo>
                      <a:lnTo>
                        <a:pt x="496824" y="283992"/>
                      </a:lnTo>
                      <a:lnTo>
                        <a:pt x="532303" y="281635"/>
                      </a:lnTo>
                      <a:lnTo>
                        <a:pt x="567822" y="170647"/>
                      </a:lnTo>
                      <a:lnTo>
                        <a:pt x="603301" y="89896"/>
                      </a:lnTo>
                      <a:lnTo>
                        <a:pt x="638780" y="34138"/>
                      </a:lnTo>
                      <a:lnTo>
                        <a:pt x="674258" y="11217"/>
                      </a:lnTo>
                      <a:lnTo>
                        <a:pt x="709778" y="52385"/>
                      </a:lnTo>
                      <a:lnTo>
                        <a:pt x="745256" y="0"/>
                      </a:lnTo>
                      <a:lnTo>
                        <a:pt x="780735" y="43241"/>
                      </a:lnTo>
                      <a:lnTo>
                        <a:pt x="816214" y="62789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8" name="Freeform 1137">
                  <a:extLst>
                    <a:ext uri="{FF2B5EF4-FFF2-40B4-BE49-F238E27FC236}">
                      <a16:creationId xmlns:a16="http://schemas.microsoft.com/office/drawing/2014/main" id="{58783566-01DA-2627-115F-311CF8DA3EF6}"/>
                    </a:ext>
                  </a:extLst>
                </p:cNvPr>
                <p:cNvSpPr/>
                <p:nvPr/>
              </p:nvSpPr>
              <p:spPr>
                <a:xfrm>
                  <a:off x="7173911" y="3473236"/>
                  <a:ext cx="816213" cy="85750"/>
                </a:xfrm>
                <a:custGeom>
                  <a:avLst/>
                  <a:gdLst>
                    <a:gd name="connsiteX0" fmla="*/ 0 w 816213"/>
                    <a:gd name="connsiteY0" fmla="*/ 55270 h 85750"/>
                    <a:gd name="connsiteX1" fmla="*/ 35479 w 816213"/>
                    <a:gd name="connsiteY1" fmla="*/ 53442 h 85750"/>
                    <a:gd name="connsiteX2" fmla="*/ 70957 w 816213"/>
                    <a:gd name="connsiteY2" fmla="*/ 51857 h 85750"/>
                    <a:gd name="connsiteX3" fmla="*/ 106477 w 816213"/>
                    <a:gd name="connsiteY3" fmla="*/ 51613 h 85750"/>
                    <a:gd name="connsiteX4" fmla="*/ 141955 w 816213"/>
                    <a:gd name="connsiteY4" fmla="*/ 51613 h 85750"/>
                    <a:gd name="connsiteX5" fmla="*/ 177434 w 816213"/>
                    <a:gd name="connsiteY5" fmla="*/ 53442 h 85750"/>
                    <a:gd name="connsiteX6" fmla="*/ 212913 w 816213"/>
                    <a:gd name="connsiteY6" fmla="*/ 68560 h 85750"/>
                    <a:gd name="connsiteX7" fmla="*/ 248392 w 816213"/>
                    <a:gd name="connsiteY7" fmla="*/ 80792 h 85750"/>
                    <a:gd name="connsiteX8" fmla="*/ 283911 w 816213"/>
                    <a:gd name="connsiteY8" fmla="*/ 82865 h 85750"/>
                    <a:gd name="connsiteX9" fmla="*/ 319390 w 816213"/>
                    <a:gd name="connsiteY9" fmla="*/ 83393 h 85750"/>
                    <a:gd name="connsiteX10" fmla="*/ 354868 w 816213"/>
                    <a:gd name="connsiteY10" fmla="*/ 84165 h 85750"/>
                    <a:gd name="connsiteX11" fmla="*/ 390347 w 816213"/>
                    <a:gd name="connsiteY11" fmla="*/ 84694 h 85750"/>
                    <a:gd name="connsiteX12" fmla="*/ 425867 w 816213"/>
                    <a:gd name="connsiteY12" fmla="*/ 84694 h 85750"/>
                    <a:gd name="connsiteX13" fmla="*/ 461345 w 816213"/>
                    <a:gd name="connsiteY13" fmla="*/ 85750 h 85750"/>
                    <a:gd name="connsiteX14" fmla="*/ 496824 w 816213"/>
                    <a:gd name="connsiteY14" fmla="*/ 84694 h 85750"/>
                    <a:gd name="connsiteX15" fmla="*/ 532303 w 816213"/>
                    <a:gd name="connsiteY15" fmla="*/ 83922 h 85750"/>
                    <a:gd name="connsiteX16" fmla="*/ 567822 w 816213"/>
                    <a:gd name="connsiteY16" fmla="*/ 71161 h 85750"/>
                    <a:gd name="connsiteX17" fmla="*/ 603301 w 816213"/>
                    <a:gd name="connsiteY17" fmla="*/ 43282 h 85750"/>
                    <a:gd name="connsiteX18" fmla="*/ 638780 w 816213"/>
                    <a:gd name="connsiteY18" fmla="*/ 7071 h 85750"/>
                    <a:gd name="connsiteX19" fmla="*/ 674258 w 816213"/>
                    <a:gd name="connsiteY19" fmla="*/ 0 h 85750"/>
                    <a:gd name="connsiteX20" fmla="*/ 709778 w 816213"/>
                    <a:gd name="connsiteY20" fmla="*/ 36251 h 85750"/>
                    <a:gd name="connsiteX21" fmla="*/ 745256 w 816213"/>
                    <a:gd name="connsiteY21" fmla="*/ 22433 h 85750"/>
                    <a:gd name="connsiteX22" fmla="*/ 780735 w 816213"/>
                    <a:gd name="connsiteY22" fmla="*/ 62017 h 85750"/>
                    <a:gd name="connsiteX23" fmla="*/ 816214 w 816213"/>
                    <a:gd name="connsiteY23" fmla="*/ 69047 h 857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85750">
                      <a:moveTo>
                        <a:pt x="0" y="55270"/>
                      </a:moveTo>
                      <a:lnTo>
                        <a:pt x="35479" y="53442"/>
                      </a:lnTo>
                      <a:lnTo>
                        <a:pt x="70957" y="51857"/>
                      </a:lnTo>
                      <a:lnTo>
                        <a:pt x="106477" y="51613"/>
                      </a:lnTo>
                      <a:lnTo>
                        <a:pt x="141955" y="51613"/>
                      </a:lnTo>
                      <a:lnTo>
                        <a:pt x="177434" y="53442"/>
                      </a:lnTo>
                      <a:lnTo>
                        <a:pt x="212913" y="68560"/>
                      </a:lnTo>
                      <a:lnTo>
                        <a:pt x="248392" y="80792"/>
                      </a:lnTo>
                      <a:lnTo>
                        <a:pt x="283911" y="82865"/>
                      </a:lnTo>
                      <a:lnTo>
                        <a:pt x="319390" y="83393"/>
                      </a:lnTo>
                      <a:lnTo>
                        <a:pt x="354868" y="84165"/>
                      </a:lnTo>
                      <a:lnTo>
                        <a:pt x="390347" y="84694"/>
                      </a:lnTo>
                      <a:lnTo>
                        <a:pt x="425867" y="84694"/>
                      </a:lnTo>
                      <a:lnTo>
                        <a:pt x="461345" y="85750"/>
                      </a:lnTo>
                      <a:lnTo>
                        <a:pt x="496824" y="84694"/>
                      </a:lnTo>
                      <a:lnTo>
                        <a:pt x="532303" y="83922"/>
                      </a:lnTo>
                      <a:lnTo>
                        <a:pt x="567822" y="71161"/>
                      </a:lnTo>
                      <a:lnTo>
                        <a:pt x="603301" y="43282"/>
                      </a:lnTo>
                      <a:lnTo>
                        <a:pt x="638780" y="7071"/>
                      </a:lnTo>
                      <a:lnTo>
                        <a:pt x="674258" y="0"/>
                      </a:lnTo>
                      <a:lnTo>
                        <a:pt x="709778" y="36251"/>
                      </a:lnTo>
                      <a:lnTo>
                        <a:pt x="745256" y="22433"/>
                      </a:lnTo>
                      <a:lnTo>
                        <a:pt x="780735" y="62017"/>
                      </a:lnTo>
                      <a:lnTo>
                        <a:pt x="816214" y="69047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9" name="Freeform 1138">
                  <a:extLst>
                    <a:ext uri="{FF2B5EF4-FFF2-40B4-BE49-F238E27FC236}">
                      <a16:creationId xmlns:a16="http://schemas.microsoft.com/office/drawing/2014/main" id="{3EE38E98-9ED8-33F4-AB97-183DC871FF7D}"/>
                    </a:ext>
                  </a:extLst>
                </p:cNvPr>
                <p:cNvSpPr/>
                <p:nvPr/>
              </p:nvSpPr>
              <p:spPr>
                <a:xfrm>
                  <a:off x="7173911" y="3537081"/>
                  <a:ext cx="816213" cy="32593"/>
                </a:xfrm>
                <a:custGeom>
                  <a:avLst/>
                  <a:gdLst>
                    <a:gd name="connsiteX0" fmla="*/ 0 w 816213"/>
                    <a:gd name="connsiteY0" fmla="*/ 28651 h 32593"/>
                    <a:gd name="connsiteX1" fmla="*/ 35479 w 816213"/>
                    <a:gd name="connsiteY1" fmla="*/ 28651 h 32593"/>
                    <a:gd name="connsiteX2" fmla="*/ 70957 w 816213"/>
                    <a:gd name="connsiteY2" fmla="*/ 27879 h 32593"/>
                    <a:gd name="connsiteX3" fmla="*/ 106477 w 816213"/>
                    <a:gd name="connsiteY3" fmla="*/ 27107 h 32593"/>
                    <a:gd name="connsiteX4" fmla="*/ 141955 w 816213"/>
                    <a:gd name="connsiteY4" fmla="*/ 26579 h 32593"/>
                    <a:gd name="connsiteX5" fmla="*/ 177434 w 816213"/>
                    <a:gd name="connsiteY5" fmla="*/ 26335 h 32593"/>
                    <a:gd name="connsiteX6" fmla="*/ 212913 w 816213"/>
                    <a:gd name="connsiteY6" fmla="*/ 30480 h 32593"/>
                    <a:gd name="connsiteX7" fmla="*/ 248392 w 816213"/>
                    <a:gd name="connsiteY7" fmla="*/ 32593 h 32593"/>
                    <a:gd name="connsiteX8" fmla="*/ 283911 w 816213"/>
                    <a:gd name="connsiteY8" fmla="*/ 32593 h 32593"/>
                    <a:gd name="connsiteX9" fmla="*/ 319390 w 816213"/>
                    <a:gd name="connsiteY9" fmla="*/ 32593 h 32593"/>
                    <a:gd name="connsiteX10" fmla="*/ 354868 w 816213"/>
                    <a:gd name="connsiteY10" fmla="*/ 32593 h 32593"/>
                    <a:gd name="connsiteX11" fmla="*/ 390347 w 816213"/>
                    <a:gd name="connsiteY11" fmla="*/ 32593 h 32593"/>
                    <a:gd name="connsiteX12" fmla="*/ 425867 w 816213"/>
                    <a:gd name="connsiteY12" fmla="*/ 32593 h 32593"/>
                    <a:gd name="connsiteX13" fmla="*/ 461345 w 816213"/>
                    <a:gd name="connsiteY13" fmla="*/ 32593 h 32593"/>
                    <a:gd name="connsiteX14" fmla="*/ 496824 w 816213"/>
                    <a:gd name="connsiteY14" fmla="*/ 32593 h 32593"/>
                    <a:gd name="connsiteX15" fmla="*/ 532303 w 816213"/>
                    <a:gd name="connsiteY15" fmla="*/ 32593 h 32593"/>
                    <a:gd name="connsiteX16" fmla="*/ 567822 w 816213"/>
                    <a:gd name="connsiteY16" fmla="*/ 32309 h 32593"/>
                    <a:gd name="connsiteX17" fmla="*/ 603301 w 816213"/>
                    <a:gd name="connsiteY17" fmla="*/ 23449 h 32593"/>
                    <a:gd name="connsiteX18" fmla="*/ 638780 w 816213"/>
                    <a:gd name="connsiteY18" fmla="*/ 0 h 32593"/>
                    <a:gd name="connsiteX19" fmla="*/ 674258 w 816213"/>
                    <a:gd name="connsiteY19" fmla="*/ 2357 h 32593"/>
                    <a:gd name="connsiteX20" fmla="*/ 709778 w 816213"/>
                    <a:gd name="connsiteY20" fmla="*/ 22149 h 32593"/>
                    <a:gd name="connsiteX21" fmla="*/ 745256 w 816213"/>
                    <a:gd name="connsiteY21" fmla="*/ 10688 h 32593"/>
                    <a:gd name="connsiteX22" fmla="*/ 780735 w 816213"/>
                    <a:gd name="connsiteY22" fmla="*/ 26335 h 32593"/>
                    <a:gd name="connsiteX23" fmla="*/ 816214 w 816213"/>
                    <a:gd name="connsiteY23" fmla="*/ 30765 h 32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32593">
                      <a:moveTo>
                        <a:pt x="0" y="28651"/>
                      </a:moveTo>
                      <a:lnTo>
                        <a:pt x="35479" y="28651"/>
                      </a:lnTo>
                      <a:lnTo>
                        <a:pt x="70957" y="27879"/>
                      </a:lnTo>
                      <a:lnTo>
                        <a:pt x="106477" y="27107"/>
                      </a:lnTo>
                      <a:lnTo>
                        <a:pt x="141955" y="26579"/>
                      </a:lnTo>
                      <a:lnTo>
                        <a:pt x="177434" y="26335"/>
                      </a:lnTo>
                      <a:lnTo>
                        <a:pt x="212913" y="30480"/>
                      </a:lnTo>
                      <a:lnTo>
                        <a:pt x="248392" y="32593"/>
                      </a:lnTo>
                      <a:lnTo>
                        <a:pt x="283911" y="32593"/>
                      </a:lnTo>
                      <a:lnTo>
                        <a:pt x="319390" y="32593"/>
                      </a:lnTo>
                      <a:lnTo>
                        <a:pt x="354868" y="32593"/>
                      </a:lnTo>
                      <a:lnTo>
                        <a:pt x="390347" y="32593"/>
                      </a:lnTo>
                      <a:lnTo>
                        <a:pt x="425867" y="32593"/>
                      </a:lnTo>
                      <a:lnTo>
                        <a:pt x="461345" y="32593"/>
                      </a:lnTo>
                      <a:lnTo>
                        <a:pt x="496824" y="32593"/>
                      </a:lnTo>
                      <a:lnTo>
                        <a:pt x="532303" y="32593"/>
                      </a:lnTo>
                      <a:lnTo>
                        <a:pt x="567822" y="32309"/>
                      </a:lnTo>
                      <a:lnTo>
                        <a:pt x="603301" y="23449"/>
                      </a:lnTo>
                      <a:lnTo>
                        <a:pt x="638780" y="0"/>
                      </a:lnTo>
                      <a:lnTo>
                        <a:pt x="674258" y="2357"/>
                      </a:lnTo>
                      <a:lnTo>
                        <a:pt x="709778" y="22149"/>
                      </a:lnTo>
                      <a:lnTo>
                        <a:pt x="745256" y="10688"/>
                      </a:lnTo>
                      <a:lnTo>
                        <a:pt x="780735" y="26335"/>
                      </a:lnTo>
                      <a:lnTo>
                        <a:pt x="816214" y="30765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40" name="Graphic 1095">
                <a:extLst>
                  <a:ext uri="{FF2B5EF4-FFF2-40B4-BE49-F238E27FC236}">
                    <a16:creationId xmlns:a16="http://schemas.microsoft.com/office/drawing/2014/main" id="{F151E7CE-34AA-6A6E-D967-310F34C8ED7B}"/>
                  </a:ext>
                </a:extLst>
              </p:cNvPr>
              <p:cNvGrpSpPr/>
              <p:nvPr/>
            </p:nvGrpSpPr>
            <p:grpSpPr>
              <a:xfrm>
                <a:off x="7173911" y="3605885"/>
                <a:ext cx="816213" cy="972108"/>
                <a:chOff x="7173911" y="3605885"/>
                <a:chExt cx="816213" cy="972108"/>
              </a:xfrm>
              <a:noFill/>
            </p:grpSpPr>
            <p:sp>
              <p:nvSpPr>
                <p:cNvPr id="1141" name="Freeform 1140">
                  <a:extLst>
                    <a:ext uri="{FF2B5EF4-FFF2-40B4-BE49-F238E27FC236}">
                      <a16:creationId xmlns:a16="http://schemas.microsoft.com/office/drawing/2014/main" id="{45DFDF45-3C57-5126-3D33-9E51FAE06240}"/>
                    </a:ext>
                  </a:extLst>
                </p:cNvPr>
                <p:cNvSpPr/>
                <p:nvPr/>
              </p:nvSpPr>
              <p:spPr>
                <a:xfrm>
                  <a:off x="7173911" y="4577994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2" name="Freeform 1141">
                  <a:extLst>
                    <a:ext uri="{FF2B5EF4-FFF2-40B4-BE49-F238E27FC236}">
                      <a16:creationId xmlns:a16="http://schemas.microsoft.com/office/drawing/2014/main" id="{15BF2ED8-391C-9A85-CE59-7BAF2EBE261B}"/>
                    </a:ext>
                  </a:extLst>
                </p:cNvPr>
                <p:cNvSpPr/>
                <p:nvPr/>
              </p:nvSpPr>
              <p:spPr>
                <a:xfrm>
                  <a:off x="7173911" y="4317451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3" name="Freeform 1142">
                  <a:extLst>
                    <a:ext uri="{FF2B5EF4-FFF2-40B4-BE49-F238E27FC236}">
                      <a16:creationId xmlns:a16="http://schemas.microsoft.com/office/drawing/2014/main" id="{E9CD6028-C5BE-7535-E2C0-833AF085D198}"/>
                    </a:ext>
                  </a:extLst>
                </p:cNvPr>
                <p:cNvSpPr/>
                <p:nvPr/>
              </p:nvSpPr>
              <p:spPr>
                <a:xfrm>
                  <a:off x="7173911" y="4056908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4" name="Freeform 1143">
                  <a:extLst>
                    <a:ext uri="{FF2B5EF4-FFF2-40B4-BE49-F238E27FC236}">
                      <a16:creationId xmlns:a16="http://schemas.microsoft.com/office/drawing/2014/main" id="{F124AAB3-5E12-32E3-654D-8CDFC40CBABC}"/>
                    </a:ext>
                  </a:extLst>
                </p:cNvPr>
                <p:cNvSpPr/>
                <p:nvPr/>
              </p:nvSpPr>
              <p:spPr>
                <a:xfrm>
                  <a:off x="7173911" y="3796364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5" name="Freeform 1144">
                  <a:extLst>
                    <a:ext uri="{FF2B5EF4-FFF2-40B4-BE49-F238E27FC236}">
                      <a16:creationId xmlns:a16="http://schemas.microsoft.com/office/drawing/2014/main" id="{426C8306-BE13-7EF6-D944-A8FB74C9F4C1}"/>
                    </a:ext>
                  </a:extLst>
                </p:cNvPr>
                <p:cNvSpPr/>
                <p:nvPr/>
              </p:nvSpPr>
              <p:spPr>
                <a:xfrm>
                  <a:off x="7173911" y="3605885"/>
                  <a:ext cx="816213" cy="668568"/>
                </a:xfrm>
                <a:custGeom>
                  <a:avLst/>
                  <a:gdLst>
                    <a:gd name="connsiteX0" fmla="*/ 0 w 816213"/>
                    <a:gd name="connsiteY0" fmla="*/ 62301 h 668568"/>
                    <a:gd name="connsiteX1" fmla="*/ 35479 w 816213"/>
                    <a:gd name="connsiteY1" fmla="*/ 29708 h 668568"/>
                    <a:gd name="connsiteX2" fmla="*/ 70957 w 816213"/>
                    <a:gd name="connsiteY2" fmla="*/ 8087 h 668568"/>
                    <a:gd name="connsiteX3" fmla="*/ 106477 w 816213"/>
                    <a:gd name="connsiteY3" fmla="*/ 0 h 668568"/>
                    <a:gd name="connsiteX4" fmla="*/ 141955 w 816213"/>
                    <a:gd name="connsiteY4" fmla="*/ 0 h 668568"/>
                    <a:gd name="connsiteX5" fmla="*/ 177434 w 816213"/>
                    <a:gd name="connsiteY5" fmla="*/ 105542 h 668568"/>
                    <a:gd name="connsiteX6" fmla="*/ 212913 w 816213"/>
                    <a:gd name="connsiteY6" fmla="*/ 547949 h 668568"/>
                    <a:gd name="connsiteX7" fmla="*/ 248392 w 816213"/>
                    <a:gd name="connsiteY7" fmla="*/ 644591 h 668568"/>
                    <a:gd name="connsiteX8" fmla="*/ 283911 w 816213"/>
                    <a:gd name="connsiteY8" fmla="*/ 666740 h 668568"/>
                    <a:gd name="connsiteX9" fmla="*/ 319390 w 816213"/>
                    <a:gd name="connsiteY9" fmla="*/ 668569 h 668568"/>
                    <a:gd name="connsiteX10" fmla="*/ 354868 w 816213"/>
                    <a:gd name="connsiteY10" fmla="*/ 663611 h 668568"/>
                    <a:gd name="connsiteX11" fmla="*/ 390347 w 816213"/>
                    <a:gd name="connsiteY11" fmla="*/ 663895 h 668568"/>
                    <a:gd name="connsiteX12" fmla="*/ 425867 w 816213"/>
                    <a:gd name="connsiteY12" fmla="*/ 666740 h 668568"/>
                    <a:gd name="connsiteX13" fmla="*/ 461345 w 816213"/>
                    <a:gd name="connsiteY13" fmla="*/ 664667 h 668568"/>
                    <a:gd name="connsiteX14" fmla="*/ 496824 w 816213"/>
                    <a:gd name="connsiteY14" fmla="*/ 654263 h 668568"/>
                    <a:gd name="connsiteX15" fmla="*/ 532303 w 816213"/>
                    <a:gd name="connsiteY15" fmla="*/ 575828 h 668568"/>
                    <a:gd name="connsiteX16" fmla="*/ 567822 w 816213"/>
                    <a:gd name="connsiteY16" fmla="*/ 390835 h 668568"/>
                    <a:gd name="connsiteX17" fmla="*/ 603301 w 816213"/>
                    <a:gd name="connsiteY17" fmla="*/ 221204 h 668568"/>
                    <a:gd name="connsiteX18" fmla="*/ 638780 w 816213"/>
                    <a:gd name="connsiteY18" fmla="*/ 218603 h 668568"/>
                    <a:gd name="connsiteX19" fmla="*/ 674258 w 816213"/>
                    <a:gd name="connsiteY19" fmla="*/ 224089 h 668568"/>
                    <a:gd name="connsiteX20" fmla="*/ 709778 w 816213"/>
                    <a:gd name="connsiteY20" fmla="*/ 230348 h 668568"/>
                    <a:gd name="connsiteX21" fmla="*/ 745256 w 816213"/>
                    <a:gd name="connsiteY21" fmla="*/ 159715 h 668568"/>
                    <a:gd name="connsiteX22" fmla="*/ 780735 w 816213"/>
                    <a:gd name="connsiteY22" fmla="*/ 130820 h 668568"/>
                    <a:gd name="connsiteX23" fmla="*/ 816214 w 816213"/>
                    <a:gd name="connsiteY23" fmla="*/ 96398 h 6685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668568">
                      <a:moveTo>
                        <a:pt x="0" y="62301"/>
                      </a:moveTo>
                      <a:lnTo>
                        <a:pt x="35479" y="29708"/>
                      </a:lnTo>
                      <a:lnTo>
                        <a:pt x="70957" y="8087"/>
                      </a:lnTo>
                      <a:lnTo>
                        <a:pt x="106477" y="0"/>
                      </a:lnTo>
                      <a:lnTo>
                        <a:pt x="141955" y="0"/>
                      </a:lnTo>
                      <a:lnTo>
                        <a:pt x="177434" y="105542"/>
                      </a:lnTo>
                      <a:lnTo>
                        <a:pt x="212913" y="547949"/>
                      </a:lnTo>
                      <a:lnTo>
                        <a:pt x="248392" y="644591"/>
                      </a:lnTo>
                      <a:lnTo>
                        <a:pt x="283911" y="666740"/>
                      </a:lnTo>
                      <a:lnTo>
                        <a:pt x="319390" y="668569"/>
                      </a:lnTo>
                      <a:lnTo>
                        <a:pt x="354868" y="663611"/>
                      </a:lnTo>
                      <a:lnTo>
                        <a:pt x="390347" y="663895"/>
                      </a:lnTo>
                      <a:lnTo>
                        <a:pt x="425867" y="666740"/>
                      </a:lnTo>
                      <a:lnTo>
                        <a:pt x="461345" y="664667"/>
                      </a:lnTo>
                      <a:lnTo>
                        <a:pt x="496824" y="654263"/>
                      </a:lnTo>
                      <a:lnTo>
                        <a:pt x="532303" y="575828"/>
                      </a:lnTo>
                      <a:lnTo>
                        <a:pt x="567822" y="390835"/>
                      </a:lnTo>
                      <a:lnTo>
                        <a:pt x="603301" y="221204"/>
                      </a:lnTo>
                      <a:lnTo>
                        <a:pt x="638780" y="218603"/>
                      </a:lnTo>
                      <a:lnTo>
                        <a:pt x="674258" y="224089"/>
                      </a:lnTo>
                      <a:lnTo>
                        <a:pt x="709778" y="230348"/>
                      </a:lnTo>
                      <a:lnTo>
                        <a:pt x="745256" y="159715"/>
                      </a:lnTo>
                      <a:lnTo>
                        <a:pt x="780735" y="130820"/>
                      </a:lnTo>
                      <a:lnTo>
                        <a:pt x="816214" y="96398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6" name="Freeform 1145">
                  <a:extLst>
                    <a:ext uri="{FF2B5EF4-FFF2-40B4-BE49-F238E27FC236}">
                      <a16:creationId xmlns:a16="http://schemas.microsoft.com/office/drawing/2014/main" id="{3C31FC67-4E80-EEE5-6C05-CAC021382703}"/>
                    </a:ext>
                  </a:extLst>
                </p:cNvPr>
                <p:cNvSpPr/>
                <p:nvPr/>
              </p:nvSpPr>
              <p:spPr>
                <a:xfrm>
                  <a:off x="7173911" y="3846392"/>
                  <a:ext cx="816213" cy="500766"/>
                </a:xfrm>
                <a:custGeom>
                  <a:avLst/>
                  <a:gdLst>
                    <a:gd name="connsiteX0" fmla="*/ 0 w 816213"/>
                    <a:gd name="connsiteY0" fmla="*/ 70592 h 500766"/>
                    <a:gd name="connsiteX1" fmla="*/ 35479 w 816213"/>
                    <a:gd name="connsiteY1" fmla="*/ 41697 h 500766"/>
                    <a:gd name="connsiteX2" fmla="*/ 70957 w 816213"/>
                    <a:gd name="connsiteY2" fmla="*/ 19263 h 500766"/>
                    <a:gd name="connsiteX3" fmla="*/ 106477 w 816213"/>
                    <a:gd name="connsiteY3" fmla="*/ 528 h 500766"/>
                    <a:gd name="connsiteX4" fmla="*/ 141955 w 816213"/>
                    <a:gd name="connsiteY4" fmla="*/ 0 h 500766"/>
                    <a:gd name="connsiteX5" fmla="*/ 177434 w 816213"/>
                    <a:gd name="connsiteY5" fmla="*/ 92212 h 500766"/>
                    <a:gd name="connsiteX6" fmla="*/ 212913 w 816213"/>
                    <a:gd name="connsiteY6" fmla="*/ 414528 h 500766"/>
                    <a:gd name="connsiteX7" fmla="*/ 248392 w 816213"/>
                    <a:gd name="connsiteY7" fmla="*/ 479674 h 500766"/>
                    <a:gd name="connsiteX8" fmla="*/ 283911 w 816213"/>
                    <a:gd name="connsiteY8" fmla="*/ 494751 h 500766"/>
                    <a:gd name="connsiteX9" fmla="*/ 319390 w 816213"/>
                    <a:gd name="connsiteY9" fmla="*/ 497393 h 500766"/>
                    <a:gd name="connsiteX10" fmla="*/ 354868 w 816213"/>
                    <a:gd name="connsiteY10" fmla="*/ 497881 h 500766"/>
                    <a:gd name="connsiteX11" fmla="*/ 390347 w 816213"/>
                    <a:gd name="connsiteY11" fmla="*/ 498937 h 500766"/>
                    <a:gd name="connsiteX12" fmla="*/ 425867 w 816213"/>
                    <a:gd name="connsiteY12" fmla="*/ 500766 h 500766"/>
                    <a:gd name="connsiteX13" fmla="*/ 461345 w 816213"/>
                    <a:gd name="connsiteY13" fmla="*/ 500482 h 500766"/>
                    <a:gd name="connsiteX14" fmla="*/ 496824 w 816213"/>
                    <a:gd name="connsiteY14" fmla="*/ 496580 h 500766"/>
                    <a:gd name="connsiteX15" fmla="*/ 532303 w 816213"/>
                    <a:gd name="connsiteY15" fmla="*/ 448666 h 500766"/>
                    <a:gd name="connsiteX16" fmla="*/ 567822 w 816213"/>
                    <a:gd name="connsiteY16" fmla="*/ 289194 h 500766"/>
                    <a:gd name="connsiteX17" fmla="*/ 603301 w 816213"/>
                    <a:gd name="connsiteY17" fmla="*/ 175077 h 500766"/>
                    <a:gd name="connsiteX18" fmla="*/ 638780 w 816213"/>
                    <a:gd name="connsiteY18" fmla="*/ 166990 h 500766"/>
                    <a:gd name="connsiteX19" fmla="*/ 674258 w 816213"/>
                    <a:gd name="connsiteY19" fmla="*/ 175321 h 500766"/>
                    <a:gd name="connsiteX20" fmla="*/ 709778 w 816213"/>
                    <a:gd name="connsiteY20" fmla="*/ 183164 h 500766"/>
                    <a:gd name="connsiteX21" fmla="*/ 745256 w 816213"/>
                    <a:gd name="connsiteY21" fmla="*/ 141468 h 500766"/>
                    <a:gd name="connsiteX22" fmla="*/ 780735 w 816213"/>
                    <a:gd name="connsiteY22" fmla="*/ 130007 h 500766"/>
                    <a:gd name="connsiteX23" fmla="*/ 816214 w 816213"/>
                    <a:gd name="connsiteY23" fmla="*/ 102128 h 5007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500766">
                      <a:moveTo>
                        <a:pt x="0" y="70592"/>
                      </a:moveTo>
                      <a:lnTo>
                        <a:pt x="35479" y="41697"/>
                      </a:lnTo>
                      <a:lnTo>
                        <a:pt x="70957" y="19263"/>
                      </a:lnTo>
                      <a:lnTo>
                        <a:pt x="106477" y="528"/>
                      </a:lnTo>
                      <a:lnTo>
                        <a:pt x="141955" y="0"/>
                      </a:lnTo>
                      <a:lnTo>
                        <a:pt x="177434" y="92212"/>
                      </a:lnTo>
                      <a:lnTo>
                        <a:pt x="212913" y="414528"/>
                      </a:lnTo>
                      <a:lnTo>
                        <a:pt x="248392" y="479674"/>
                      </a:lnTo>
                      <a:lnTo>
                        <a:pt x="283911" y="494751"/>
                      </a:lnTo>
                      <a:lnTo>
                        <a:pt x="319390" y="497393"/>
                      </a:lnTo>
                      <a:lnTo>
                        <a:pt x="354868" y="497881"/>
                      </a:lnTo>
                      <a:lnTo>
                        <a:pt x="390347" y="498937"/>
                      </a:lnTo>
                      <a:lnTo>
                        <a:pt x="425867" y="500766"/>
                      </a:lnTo>
                      <a:lnTo>
                        <a:pt x="461345" y="500482"/>
                      </a:lnTo>
                      <a:lnTo>
                        <a:pt x="496824" y="496580"/>
                      </a:lnTo>
                      <a:lnTo>
                        <a:pt x="532303" y="448666"/>
                      </a:lnTo>
                      <a:lnTo>
                        <a:pt x="567822" y="289194"/>
                      </a:lnTo>
                      <a:lnTo>
                        <a:pt x="603301" y="175077"/>
                      </a:lnTo>
                      <a:lnTo>
                        <a:pt x="638780" y="166990"/>
                      </a:lnTo>
                      <a:lnTo>
                        <a:pt x="674258" y="175321"/>
                      </a:lnTo>
                      <a:lnTo>
                        <a:pt x="709778" y="183164"/>
                      </a:lnTo>
                      <a:lnTo>
                        <a:pt x="745256" y="141468"/>
                      </a:lnTo>
                      <a:lnTo>
                        <a:pt x="780735" y="130007"/>
                      </a:lnTo>
                      <a:lnTo>
                        <a:pt x="816214" y="102128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7" name="Freeform 1146">
                  <a:extLst>
                    <a:ext uri="{FF2B5EF4-FFF2-40B4-BE49-F238E27FC236}">
                      <a16:creationId xmlns:a16="http://schemas.microsoft.com/office/drawing/2014/main" id="{5A96ECEC-77AF-694D-8F2D-7CB44EFA59D0}"/>
                    </a:ext>
                  </a:extLst>
                </p:cNvPr>
                <p:cNvSpPr/>
                <p:nvPr/>
              </p:nvSpPr>
              <p:spPr>
                <a:xfrm>
                  <a:off x="7173911" y="4297659"/>
                  <a:ext cx="816213" cy="256885"/>
                </a:xfrm>
                <a:custGeom>
                  <a:avLst/>
                  <a:gdLst>
                    <a:gd name="connsiteX0" fmla="*/ 0 w 816213"/>
                    <a:gd name="connsiteY0" fmla="*/ 85954 h 256885"/>
                    <a:gd name="connsiteX1" fmla="*/ 35479 w 816213"/>
                    <a:gd name="connsiteY1" fmla="*/ 64862 h 256885"/>
                    <a:gd name="connsiteX2" fmla="*/ 70957 w 816213"/>
                    <a:gd name="connsiteY2" fmla="*/ 39583 h 256885"/>
                    <a:gd name="connsiteX3" fmla="*/ 106477 w 816213"/>
                    <a:gd name="connsiteY3" fmla="*/ 14834 h 256885"/>
                    <a:gd name="connsiteX4" fmla="*/ 141955 w 816213"/>
                    <a:gd name="connsiteY4" fmla="*/ 0 h 256885"/>
                    <a:gd name="connsiteX5" fmla="*/ 177434 w 816213"/>
                    <a:gd name="connsiteY5" fmla="*/ 128179 h 256885"/>
                    <a:gd name="connsiteX6" fmla="*/ 212913 w 816213"/>
                    <a:gd name="connsiteY6" fmla="*/ 243596 h 256885"/>
                    <a:gd name="connsiteX7" fmla="*/ 248392 w 816213"/>
                    <a:gd name="connsiteY7" fmla="*/ 252984 h 256885"/>
                    <a:gd name="connsiteX8" fmla="*/ 283911 w 816213"/>
                    <a:gd name="connsiteY8" fmla="*/ 254813 h 256885"/>
                    <a:gd name="connsiteX9" fmla="*/ 319390 w 816213"/>
                    <a:gd name="connsiteY9" fmla="*/ 255585 h 256885"/>
                    <a:gd name="connsiteX10" fmla="*/ 354868 w 816213"/>
                    <a:gd name="connsiteY10" fmla="*/ 256113 h 256885"/>
                    <a:gd name="connsiteX11" fmla="*/ 390347 w 816213"/>
                    <a:gd name="connsiteY11" fmla="*/ 256357 h 256885"/>
                    <a:gd name="connsiteX12" fmla="*/ 425867 w 816213"/>
                    <a:gd name="connsiteY12" fmla="*/ 256886 h 256885"/>
                    <a:gd name="connsiteX13" fmla="*/ 461345 w 816213"/>
                    <a:gd name="connsiteY13" fmla="*/ 256886 h 256885"/>
                    <a:gd name="connsiteX14" fmla="*/ 496824 w 816213"/>
                    <a:gd name="connsiteY14" fmla="*/ 255585 h 256885"/>
                    <a:gd name="connsiteX15" fmla="*/ 532303 w 816213"/>
                    <a:gd name="connsiteY15" fmla="*/ 245953 h 256885"/>
                    <a:gd name="connsiteX16" fmla="*/ 567822 w 816213"/>
                    <a:gd name="connsiteY16" fmla="*/ 149271 h 256885"/>
                    <a:gd name="connsiteX17" fmla="*/ 603301 w 816213"/>
                    <a:gd name="connsiteY17" fmla="*/ 86482 h 256885"/>
                    <a:gd name="connsiteX18" fmla="*/ 638780 w 816213"/>
                    <a:gd name="connsiteY18" fmla="*/ 63317 h 256885"/>
                    <a:gd name="connsiteX19" fmla="*/ 674258 w 816213"/>
                    <a:gd name="connsiteY19" fmla="*/ 70592 h 256885"/>
                    <a:gd name="connsiteX20" fmla="*/ 709778 w 816213"/>
                    <a:gd name="connsiteY20" fmla="*/ 95626 h 256885"/>
                    <a:gd name="connsiteX21" fmla="*/ 745256 w 816213"/>
                    <a:gd name="connsiteY21" fmla="*/ 63033 h 256885"/>
                    <a:gd name="connsiteX22" fmla="*/ 780735 w 816213"/>
                    <a:gd name="connsiteY22" fmla="*/ 95626 h 256885"/>
                    <a:gd name="connsiteX23" fmla="*/ 816214 w 816213"/>
                    <a:gd name="connsiteY23" fmla="*/ 96642 h 256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256885">
                      <a:moveTo>
                        <a:pt x="0" y="85954"/>
                      </a:moveTo>
                      <a:lnTo>
                        <a:pt x="35479" y="64862"/>
                      </a:lnTo>
                      <a:lnTo>
                        <a:pt x="70957" y="39583"/>
                      </a:lnTo>
                      <a:lnTo>
                        <a:pt x="106477" y="14834"/>
                      </a:lnTo>
                      <a:lnTo>
                        <a:pt x="141955" y="0"/>
                      </a:lnTo>
                      <a:lnTo>
                        <a:pt x="177434" y="128179"/>
                      </a:lnTo>
                      <a:lnTo>
                        <a:pt x="212913" y="243596"/>
                      </a:lnTo>
                      <a:lnTo>
                        <a:pt x="248392" y="252984"/>
                      </a:lnTo>
                      <a:lnTo>
                        <a:pt x="283911" y="254813"/>
                      </a:lnTo>
                      <a:lnTo>
                        <a:pt x="319390" y="255585"/>
                      </a:lnTo>
                      <a:lnTo>
                        <a:pt x="354868" y="256113"/>
                      </a:lnTo>
                      <a:lnTo>
                        <a:pt x="390347" y="256357"/>
                      </a:lnTo>
                      <a:lnTo>
                        <a:pt x="425867" y="256886"/>
                      </a:lnTo>
                      <a:lnTo>
                        <a:pt x="461345" y="256886"/>
                      </a:lnTo>
                      <a:lnTo>
                        <a:pt x="496824" y="255585"/>
                      </a:lnTo>
                      <a:lnTo>
                        <a:pt x="532303" y="245953"/>
                      </a:lnTo>
                      <a:lnTo>
                        <a:pt x="567822" y="149271"/>
                      </a:lnTo>
                      <a:lnTo>
                        <a:pt x="603301" y="86482"/>
                      </a:lnTo>
                      <a:lnTo>
                        <a:pt x="638780" y="63317"/>
                      </a:lnTo>
                      <a:lnTo>
                        <a:pt x="674258" y="70592"/>
                      </a:lnTo>
                      <a:lnTo>
                        <a:pt x="709778" y="95626"/>
                      </a:lnTo>
                      <a:lnTo>
                        <a:pt x="745256" y="63033"/>
                      </a:lnTo>
                      <a:lnTo>
                        <a:pt x="780735" y="95626"/>
                      </a:lnTo>
                      <a:lnTo>
                        <a:pt x="816214" y="96642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48" name="Graphic 1095">
                <a:extLst>
                  <a:ext uri="{FF2B5EF4-FFF2-40B4-BE49-F238E27FC236}">
                    <a16:creationId xmlns:a16="http://schemas.microsoft.com/office/drawing/2014/main" id="{E61822E6-B938-1404-AD9E-BBAFF6F7285D}"/>
                  </a:ext>
                </a:extLst>
              </p:cNvPr>
              <p:cNvGrpSpPr/>
              <p:nvPr/>
            </p:nvGrpSpPr>
            <p:grpSpPr>
              <a:xfrm>
                <a:off x="8012396" y="2788289"/>
                <a:ext cx="816254" cy="781629"/>
                <a:chOff x="8012396" y="2788289"/>
                <a:chExt cx="816254" cy="781629"/>
              </a:xfrm>
              <a:noFill/>
            </p:grpSpPr>
            <p:sp>
              <p:nvSpPr>
                <p:cNvPr id="1149" name="Freeform 1148">
                  <a:extLst>
                    <a:ext uri="{FF2B5EF4-FFF2-40B4-BE49-F238E27FC236}">
                      <a16:creationId xmlns:a16="http://schemas.microsoft.com/office/drawing/2014/main" id="{9D3224F3-22C0-C956-99A6-86C0311832B4}"/>
                    </a:ext>
                  </a:extLst>
                </p:cNvPr>
                <p:cNvSpPr/>
                <p:nvPr/>
              </p:nvSpPr>
              <p:spPr>
                <a:xfrm>
                  <a:off x="8012396" y="3569919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0" name="Freeform 1149">
                  <a:extLst>
                    <a:ext uri="{FF2B5EF4-FFF2-40B4-BE49-F238E27FC236}">
                      <a16:creationId xmlns:a16="http://schemas.microsoft.com/office/drawing/2014/main" id="{C4C0BFA1-09A1-2DB2-42F6-38AD63A7ACBF}"/>
                    </a:ext>
                  </a:extLst>
                </p:cNvPr>
                <p:cNvSpPr/>
                <p:nvPr/>
              </p:nvSpPr>
              <p:spPr>
                <a:xfrm>
                  <a:off x="8012396" y="3309375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1" name="Freeform 1150">
                  <a:extLst>
                    <a:ext uri="{FF2B5EF4-FFF2-40B4-BE49-F238E27FC236}">
                      <a16:creationId xmlns:a16="http://schemas.microsoft.com/office/drawing/2014/main" id="{EF11417E-ABB9-0040-C6EE-FBB584D34F2D}"/>
                    </a:ext>
                  </a:extLst>
                </p:cNvPr>
                <p:cNvSpPr/>
                <p:nvPr/>
              </p:nvSpPr>
              <p:spPr>
                <a:xfrm>
                  <a:off x="8012396" y="3048832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2" name="Freeform 1151">
                  <a:extLst>
                    <a:ext uri="{FF2B5EF4-FFF2-40B4-BE49-F238E27FC236}">
                      <a16:creationId xmlns:a16="http://schemas.microsoft.com/office/drawing/2014/main" id="{4C0A1B56-61D6-9A13-BDD4-B764F59A6CCC}"/>
                    </a:ext>
                  </a:extLst>
                </p:cNvPr>
                <p:cNvSpPr/>
                <p:nvPr/>
              </p:nvSpPr>
              <p:spPr>
                <a:xfrm>
                  <a:off x="8012396" y="2788289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3" name="Freeform 1152">
                  <a:extLst>
                    <a:ext uri="{FF2B5EF4-FFF2-40B4-BE49-F238E27FC236}">
                      <a16:creationId xmlns:a16="http://schemas.microsoft.com/office/drawing/2014/main" id="{206E1A33-1AB4-A6BE-143E-E9AACA367292}"/>
                    </a:ext>
                  </a:extLst>
                </p:cNvPr>
                <p:cNvSpPr/>
                <p:nvPr/>
              </p:nvSpPr>
              <p:spPr>
                <a:xfrm>
                  <a:off x="8012396" y="3246058"/>
                  <a:ext cx="816254" cy="302768"/>
                </a:xfrm>
                <a:custGeom>
                  <a:avLst/>
                  <a:gdLst>
                    <a:gd name="connsiteX0" fmla="*/ 0 w 816254"/>
                    <a:gd name="connsiteY0" fmla="*/ 60188 h 302768"/>
                    <a:gd name="connsiteX1" fmla="*/ 35520 w 816254"/>
                    <a:gd name="connsiteY1" fmla="*/ 50800 h 302768"/>
                    <a:gd name="connsiteX2" fmla="*/ 70998 w 816254"/>
                    <a:gd name="connsiteY2" fmla="*/ 39868 h 302768"/>
                    <a:gd name="connsiteX3" fmla="*/ 106477 w 816254"/>
                    <a:gd name="connsiteY3" fmla="*/ 34666 h 302768"/>
                    <a:gd name="connsiteX4" fmla="*/ 141956 w 816254"/>
                    <a:gd name="connsiteY4" fmla="*/ 36495 h 302768"/>
                    <a:gd name="connsiteX5" fmla="*/ 177434 w 816254"/>
                    <a:gd name="connsiteY5" fmla="*/ 195397 h 302768"/>
                    <a:gd name="connsiteX6" fmla="*/ 212954 w 816254"/>
                    <a:gd name="connsiteY6" fmla="*/ 287122 h 302768"/>
                    <a:gd name="connsiteX7" fmla="*/ 248432 w 816254"/>
                    <a:gd name="connsiteY7" fmla="*/ 294924 h 302768"/>
                    <a:gd name="connsiteX8" fmla="*/ 283911 w 816254"/>
                    <a:gd name="connsiteY8" fmla="*/ 298582 h 302768"/>
                    <a:gd name="connsiteX9" fmla="*/ 319390 w 816254"/>
                    <a:gd name="connsiteY9" fmla="*/ 300167 h 302768"/>
                    <a:gd name="connsiteX10" fmla="*/ 354909 w 816254"/>
                    <a:gd name="connsiteY10" fmla="*/ 301711 h 302768"/>
                    <a:gd name="connsiteX11" fmla="*/ 390388 w 816254"/>
                    <a:gd name="connsiteY11" fmla="*/ 301711 h 302768"/>
                    <a:gd name="connsiteX12" fmla="*/ 425867 w 816254"/>
                    <a:gd name="connsiteY12" fmla="*/ 301711 h 302768"/>
                    <a:gd name="connsiteX13" fmla="*/ 461345 w 816254"/>
                    <a:gd name="connsiteY13" fmla="*/ 302484 h 302768"/>
                    <a:gd name="connsiteX14" fmla="*/ 496865 w 816254"/>
                    <a:gd name="connsiteY14" fmla="*/ 302768 h 302768"/>
                    <a:gd name="connsiteX15" fmla="*/ 532344 w 816254"/>
                    <a:gd name="connsiteY15" fmla="*/ 302484 h 302768"/>
                    <a:gd name="connsiteX16" fmla="*/ 567822 w 816254"/>
                    <a:gd name="connsiteY16" fmla="*/ 259243 h 302768"/>
                    <a:gd name="connsiteX17" fmla="*/ 603301 w 816254"/>
                    <a:gd name="connsiteY17" fmla="*/ 112288 h 302768"/>
                    <a:gd name="connsiteX18" fmla="*/ 638820 w 816254"/>
                    <a:gd name="connsiteY18" fmla="*/ 55514 h 302768"/>
                    <a:gd name="connsiteX19" fmla="*/ 674299 w 816254"/>
                    <a:gd name="connsiteY19" fmla="*/ 31537 h 302768"/>
                    <a:gd name="connsiteX20" fmla="*/ 709778 w 816254"/>
                    <a:gd name="connsiteY20" fmla="*/ 28123 h 302768"/>
                    <a:gd name="connsiteX21" fmla="*/ 745256 w 816254"/>
                    <a:gd name="connsiteY21" fmla="*/ 0 h 302768"/>
                    <a:gd name="connsiteX22" fmla="*/ 780776 w 816254"/>
                    <a:gd name="connsiteY22" fmla="*/ 35682 h 302768"/>
                    <a:gd name="connsiteX23" fmla="*/ 816255 w 816254"/>
                    <a:gd name="connsiteY23" fmla="*/ 59660 h 3027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302768">
                      <a:moveTo>
                        <a:pt x="0" y="60188"/>
                      </a:moveTo>
                      <a:lnTo>
                        <a:pt x="35520" y="50800"/>
                      </a:lnTo>
                      <a:lnTo>
                        <a:pt x="70998" y="39868"/>
                      </a:lnTo>
                      <a:lnTo>
                        <a:pt x="106477" y="34666"/>
                      </a:lnTo>
                      <a:lnTo>
                        <a:pt x="141956" y="36495"/>
                      </a:lnTo>
                      <a:lnTo>
                        <a:pt x="177434" y="195397"/>
                      </a:lnTo>
                      <a:lnTo>
                        <a:pt x="212954" y="287122"/>
                      </a:lnTo>
                      <a:lnTo>
                        <a:pt x="248432" y="294924"/>
                      </a:lnTo>
                      <a:lnTo>
                        <a:pt x="283911" y="298582"/>
                      </a:lnTo>
                      <a:lnTo>
                        <a:pt x="319390" y="300167"/>
                      </a:lnTo>
                      <a:lnTo>
                        <a:pt x="354909" y="301711"/>
                      </a:lnTo>
                      <a:lnTo>
                        <a:pt x="390388" y="301711"/>
                      </a:lnTo>
                      <a:lnTo>
                        <a:pt x="425867" y="301711"/>
                      </a:lnTo>
                      <a:lnTo>
                        <a:pt x="461345" y="302484"/>
                      </a:lnTo>
                      <a:lnTo>
                        <a:pt x="496865" y="302768"/>
                      </a:lnTo>
                      <a:lnTo>
                        <a:pt x="532344" y="302484"/>
                      </a:lnTo>
                      <a:lnTo>
                        <a:pt x="567822" y="259243"/>
                      </a:lnTo>
                      <a:lnTo>
                        <a:pt x="603301" y="112288"/>
                      </a:lnTo>
                      <a:lnTo>
                        <a:pt x="638820" y="55514"/>
                      </a:lnTo>
                      <a:lnTo>
                        <a:pt x="674299" y="31537"/>
                      </a:lnTo>
                      <a:lnTo>
                        <a:pt x="709778" y="28123"/>
                      </a:lnTo>
                      <a:lnTo>
                        <a:pt x="745256" y="0"/>
                      </a:lnTo>
                      <a:lnTo>
                        <a:pt x="780776" y="35682"/>
                      </a:lnTo>
                      <a:lnTo>
                        <a:pt x="816255" y="59660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4" name="Freeform 1153">
                  <a:extLst>
                    <a:ext uri="{FF2B5EF4-FFF2-40B4-BE49-F238E27FC236}">
                      <a16:creationId xmlns:a16="http://schemas.microsoft.com/office/drawing/2014/main" id="{B5A9304B-99CD-304C-44AC-F0908BE59D96}"/>
                    </a:ext>
                  </a:extLst>
                </p:cNvPr>
                <p:cNvSpPr/>
                <p:nvPr/>
              </p:nvSpPr>
              <p:spPr>
                <a:xfrm>
                  <a:off x="8012396" y="3461532"/>
                  <a:ext cx="816254" cy="99771"/>
                </a:xfrm>
                <a:custGeom>
                  <a:avLst/>
                  <a:gdLst>
                    <a:gd name="connsiteX0" fmla="*/ 0 w 816254"/>
                    <a:gd name="connsiteY0" fmla="*/ 76606 h 99771"/>
                    <a:gd name="connsiteX1" fmla="*/ 35520 w 816254"/>
                    <a:gd name="connsiteY1" fmla="*/ 76078 h 99771"/>
                    <a:gd name="connsiteX2" fmla="*/ 70998 w 816254"/>
                    <a:gd name="connsiteY2" fmla="*/ 75550 h 99771"/>
                    <a:gd name="connsiteX3" fmla="*/ 106477 w 816254"/>
                    <a:gd name="connsiteY3" fmla="*/ 75834 h 99771"/>
                    <a:gd name="connsiteX4" fmla="*/ 141956 w 816254"/>
                    <a:gd name="connsiteY4" fmla="*/ 75021 h 99771"/>
                    <a:gd name="connsiteX5" fmla="*/ 177434 w 816254"/>
                    <a:gd name="connsiteY5" fmla="*/ 88067 h 99771"/>
                    <a:gd name="connsiteX6" fmla="*/ 212954 w 816254"/>
                    <a:gd name="connsiteY6" fmla="*/ 96154 h 99771"/>
                    <a:gd name="connsiteX7" fmla="*/ 248432 w 816254"/>
                    <a:gd name="connsiteY7" fmla="*/ 97699 h 99771"/>
                    <a:gd name="connsiteX8" fmla="*/ 283911 w 816254"/>
                    <a:gd name="connsiteY8" fmla="*/ 98755 h 99771"/>
                    <a:gd name="connsiteX9" fmla="*/ 319390 w 816254"/>
                    <a:gd name="connsiteY9" fmla="*/ 99527 h 99771"/>
                    <a:gd name="connsiteX10" fmla="*/ 354909 w 816254"/>
                    <a:gd name="connsiteY10" fmla="*/ 99771 h 99771"/>
                    <a:gd name="connsiteX11" fmla="*/ 390388 w 816254"/>
                    <a:gd name="connsiteY11" fmla="*/ 99771 h 99771"/>
                    <a:gd name="connsiteX12" fmla="*/ 425867 w 816254"/>
                    <a:gd name="connsiteY12" fmla="*/ 99527 h 99771"/>
                    <a:gd name="connsiteX13" fmla="*/ 461345 w 816254"/>
                    <a:gd name="connsiteY13" fmla="*/ 99771 h 99771"/>
                    <a:gd name="connsiteX14" fmla="*/ 496865 w 816254"/>
                    <a:gd name="connsiteY14" fmla="*/ 99283 h 99771"/>
                    <a:gd name="connsiteX15" fmla="*/ 532344 w 816254"/>
                    <a:gd name="connsiteY15" fmla="*/ 97942 h 99771"/>
                    <a:gd name="connsiteX16" fmla="*/ 567822 w 816254"/>
                    <a:gd name="connsiteY16" fmla="*/ 92497 h 99771"/>
                    <a:gd name="connsiteX17" fmla="*/ 603301 w 816254"/>
                    <a:gd name="connsiteY17" fmla="*/ 64861 h 99771"/>
                    <a:gd name="connsiteX18" fmla="*/ 638820 w 816254"/>
                    <a:gd name="connsiteY18" fmla="*/ 0 h 99771"/>
                    <a:gd name="connsiteX19" fmla="*/ 674299 w 816254"/>
                    <a:gd name="connsiteY19" fmla="*/ 0 h 99771"/>
                    <a:gd name="connsiteX20" fmla="*/ 709778 w 816254"/>
                    <a:gd name="connsiteY20" fmla="*/ 22677 h 99771"/>
                    <a:gd name="connsiteX21" fmla="*/ 745256 w 816254"/>
                    <a:gd name="connsiteY21" fmla="*/ 10404 h 99771"/>
                    <a:gd name="connsiteX22" fmla="*/ 780776 w 816254"/>
                    <a:gd name="connsiteY22" fmla="*/ 52100 h 99771"/>
                    <a:gd name="connsiteX23" fmla="*/ 816255 w 816254"/>
                    <a:gd name="connsiteY23" fmla="*/ 70348 h 997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99771">
                      <a:moveTo>
                        <a:pt x="0" y="76606"/>
                      </a:moveTo>
                      <a:lnTo>
                        <a:pt x="35520" y="76078"/>
                      </a:lnTo>
                      <a:lnTo>
                        <a:pt x="70998" y="75550"/>
                      </a:lnTo>
                      <a:lnTo>
                        <a:pt x="106477" y="75834"/>
                      </a:lnTo>
                      <a:lnTo>
                        <a:pt x="141956" y="75021"/>
                      </a:lnTo>
                      <a:lnTo>
                        <a:pt x="177434" y="88067"/>
                      </a:lnTo>
                      <a:lnTo>
                        <a:pt x="212954" y="96154"/>
                      </a:lnTo>
                      <a:lnTo>
                        <a:pt x="248432" y="97699"/>
                      </a:lnTo>
                      <a:lnTo>
                        <a:pt x="283911" y="98755"/>
                      </a:lnTo>
                      <a:lnTo>
                        <a:pt x="319390" y="99527"/>
                      </a:lnTo>
                      <a:lnTo>
                        <a:pt x="354909" y="99771"/>
                      </a:lnTo>
                      <a:lnTo>
                        <a:pt x="390388" y="99771"/>
                      </a:lnTo>
                      <a:lnTo>
                        <a:pt x="425867" y="99527"/>
                      </a:lnTo>
                      <a:lnTo>
                        <a:pt x="461345" y="99771"/>
                      </a:lnTo>
                      <a:lnTo>
                        <a:pt x="496865" y="99283"/>
                      </a:lnTo>
                      <a:lnTo>
                        <a:pt x="532344" y="97942"/>
                      </a:lnTo>
                      <a:lnTo>
                        <a:pt x="567822" y="92497"/>
                      </a:lnTo>
                      <a:lnTo>
                        <a:pt x="603301" y="64861"/>
                      </a:lnTo>
                      <a:lnTo>
                        <a:pt x="638820" y="0"/>
                      </a:lnTo>
                      <a:lnTo>
                        <a:pt x="674299" y="0"/>
                      </a:lnTo>
                      <a:lnTo>
                        <a:pt x="709778" y="22677"/>
                      </a:lnTo>
                      <a:lnTo>
                        <a:pt x="745256" y="10404"/>
                      </a:lnTo>
                      <a:lnTo>
                        <a:pt x="780776" y="52100"/>
                      </a:lnTo>
                      <a:lnTo>
                        <a:pt x="816255" y="70348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5" name="Freeform 1154">
                  <a:extLst>
                    <a:ext uri="{FF2B5EF4-FFF2-40B4-BE49-F238E27FC236}">
                      <a16:creationId xmlns:a16="http://schemas.microsoft.com/office/drawing/2014/main" id="{5C62898B-DA3A-1429-AD99-D304EB6B0BA5}"/>
                    </a:ext>
                  </a:extLst>
                </p:cNvPr>
                <p:cNvSpPr/>
                <p:nvPr/>
              </p:nvSpPr>
              <p:spPr>
                <a:xfrm>
                  <a:off x="8012396" y="3505057"/>
                  <a:ext cx="816254" cy="63032"/>
                </a:xfrm>
                <a:custGeom>
                  <a:avLst/>
                  <a:gdLst>
                    <a:gd name="connsiteX0" fmla="*/ 0 w 816254"/>
                    <a:gd name="connsiteY0" fmla="*/ 58359 h 63032"/>
                    <a:gd name="connsiteX1" fmla="*/ 35520 w 816254"/>
                    <a:gd name="connsiteY1" fmla="*/ 58359 h 63032"/>
                    <a:gd name="connsiteX2" fmla="*/ 70998 w 816254"/>
                    <a:gd name="connsiteY2" fmla="*/ 58075 h 63032"/>
                    <a:gd name="connsiteX3" fmla="*/ 106477 w 816254"/>
                    <a:gd name="connsiteY3" fmla="*/ 58075 h 63032"/>
                    <a:gd name="connsiteX4" fmla="*/ 141956 w 816254"/>
                    <a:gd name="connsiteY4" fmla="*/ 57302 h 63032"/>
                    <a:gd name="connsiteX5" fmla="*/ 177434 w 816254"/>
                    <a:gd name="connsiteY5" fmla="*/ 61488 h 63032"/>
                    <a:gd name="connsiteX6" fmla="*/ 212954 w 816254"/>
                    <a:gd name="connsiteY6" fmla="*/ 62261 h 63032"/>
                    <a:gd name="connsiteX7" fmla="*/ 248432 w 816254"/>
                    <a:gd name="connsiteY7" fmla="*/ 62504 h 63032"/>
                    <a:gd name="connsiteX8" fmla="*/ 283911 w 816254"/>
                    <a:gd name="connsiteY8" fmla="*/ 62789 h 63032"/>
                    <a:gd name="connsiteX9" fmla="*/ 319390 w 816254"/>
                    <a:gd name="connsiteY9" fmla="*/ 63033 h 63032"/>
                    <a:gd name="connsiteX10" fmla="*/ 354909 w 816254"/>
                    <a:gd name="connsiteY10" fmla="*/ 63033 h 63032"/>
                    <a:gd name="connsiteX11" fmla="*/ 390388 w 816254"/>
                    <a:gd name="connsiteY11" fmla="*/ 63033 h 63032"/>
                    <a:gd name="connsiteX12" fmla="*/ 425867 w 816254"/>
                    <a:gd name="connsiteY12" fmla="*/ 63033 h 63032"/>
                    <a:gd name="connsiteX13" fmla="*/ 461345 w 816254"/>
                    <a:gd name="connsiteY13" fmla="*/ 63033 h 63032"/>
                    <a:gd name="connsiteX14" fmla="*/ 496865 w 816254"/>
                    <a:gd name="connsiteY14" fmla="*/ 62789 h 63032"/>
                    <a:gd name="connsiteX15" fmla="*/ 532344 w 816254"/>
                    <a:gd name="connsiteY15" fmla="*/ 62789 h 63032"/>
                    <a:gd name="connsiteX16" fmla="*/ 567822 w 816254"/>
                    <a:gd name="connsiteY16" fmla="*/ 61976 h 63032"/>
                    <a:gd name="connsiteX17" fmla="*/ 603301 w 816254"/>
                    <a:gd name="connsiteY17" fmla="*/ 49743 h 63032"/>
                    <a:gd name="connsiteX18" fmla="*/ 638820 w 816254"/>
                    <a:gd name="connsiteY18" fmla="*/ 0 h 63032"/>
                    <a:gd name="connsiteX19" fmla="*/ 674299 w 816254"/>
                    <a:gd name="connsiteY19" fmla="*/ 488 h 63032"/>
                    <a:gd name="connsiteX20" fmla="*/ 709778 w 816254"/>
                    <a:gd name="connsiteY20" fmla="*/ 21621 h 63032"/>
                    <a:gd name="connsiteX21" fmla="*/ 745256 w 816254"/>
                    <a:gd name="connsiteY21" fmla="*/ 9347 h 63032"/>
                    <a:gd name="connsiteX22" fmla="*/ 780776 w 816254"/>
                    <a:gd name="connsiteY22" fmla="*/ 36739 h 63032"/>
                    <a:gd name="connsiteX23" fmla="*/ 816255 w 816254"/>
                    <a:gd name="connsiteY23" fmla="*/ 55230 h 63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63032">
                      <a:moveTo>
                        <a:pt x="0" y="58359"/>
                      </a:moveTo>
                      <a:lnTo>
                        <a:pt x="35520" y="58359"/>
                      </a:lnTo>
                      <a:lnTo>
                        <a:pt x="70998" y="58075"/>
                      </a:lnTo>
                      <a:lnTo>
                        <a:pt x="106477" y="58075"/>
                      </a:lnTo>
                      <a:lnTo>
                        <a:pt x="141956" y="57302"/>
                      </a:lnTo>
                      <a:lnTo>
                        <a:pt x="177434" y="61488"/>
                      </a:lnTo>
                      <a:lnTo>
                        <a:pt x="212954" y="62261"/>
                      </a:lnTo>
                      <a:lnTo>
                        <a:pt x="248432" y="62504"/>
                      </a:lnTo>
                      <a:lnTo>
                        <a:pt x="283911" y="62789"/>
                      </a:lnTo>
                      <a:lnTo>
                        <a:pt x="319390" y="63033"/>
                      </a:lnTo>
                      <a:lnTo>
                        <a:pt x="354909" y="63033"/>
                      </a:lnTo>
                      <a:lnTo>
                        <a:pt x="390388" y="63033"/>
                      </a:lnTo>
                      <a:lnTo>
                        <a:pt x="425867" y="63033"/>
                      </a:lnTo>
                      <a:lnTo>
                        <a:pt x="461345" y="63033"/>
                      </a:lnTo>
                      <a:lnTo>
                        <a:pt x="496865" y="62789"/>
                      </a:lnTo>
                      <a:lnTo>
                        <a:pt x="532344" y="62789"/>
                      </a:lnTo>
                      <a:lnTo>
                        <a:pt x="567822" y="61976"/>
                      </a:lnTo>
                      <a:lnTo>
                        <a:pt x="603301" y="49743"/>
                      </a:lnTo>
                      <a:lnTo>
                        <a:pt x="638820" y="0"/>
                      </a:lnTo>
                      <a:lnTo>
                        <a:pt x="674299" y="488"/>
                      </a:lnTo>
                      <a:lnTo>
                        <a:pt x="709778" y="21621"/>
                      </a:lnTo>
                      <a:lnTo>
                        <a:pt x="745256" y="9347"/>
                      </a:lnTo>
                      <a:lnTo>
                        <a:pt x="780776" y="36739"/>
                      </a:lnTo>
                      <a:lnTo>
                        <a:pt x="816255" y="55230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56" name="Graphic 1095">
                <a:extLst>
                  <a:ext uri="{FF2B5EF4-FFF2-40B4-BE49-F238E27FC236}">
                    <a16:creationId xmlns:a16="http://schemas.microsoft.com/office/drawing/2014/main" id="{D5FD5EBE-8E88-4CF6-92C2-023A5F6BE0F2}"/>
                  </a:ext>
                </a:extLst>
              </p:cNvPr>
              <p:cNvGrpSpPr/>
              <p:nvPr/>
            </p:nvGrpSpPr>
            <p:grpSpPr>
              <a:xfrm>
                <a:off x="8012396" y="3750767"/>
                <a:ext cx="816254" cy="827227"/>
                <a:chOff x="8012396" y="3750767"/>
                <a:chExt cx="816254" cy="827227"/>
              </a:xfrm>
              <a:noFill/>
            </p:grpSpPr>
            <p:sp>
              <p:nvSpPr>
                <p:cNvPr id="1157" name="Freeform 1156">
                  <a:extLst>
                    <a:ext uri="{FF2B5EF4-FFF2-40B4-BE49-F238E27FC236}">
                      <a16:creationId xmlns:a16="http://schemas.microsoft.com/office/drawing/2014/main" id="{A5CB7059-6B42-A4EC-E19E-DB1731982257}"/>
                    </a:ext>
                  </a:extLst>
                </p:cNvPr>
                <p:cNvSpPr/>
                <p:nvPr/>
              </p:nvSpPr>
              <p:spPr>
                <a:xfrm>
                  <a:off x="8012396" y="4577994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8" name="Freeform 1157">
                  <a:extLst>
                    <a:ext uri="{FF2B5EF4-FFF2-40B4-BE49-F238E27FC236}">
                      <a16:creationId xmlns:a16="http://schemas.microsoft.com/office/drawing/2014/main" id="{6524EBAC-2DFA-5526-0367-AA29E6EFBD3F}"/>
                    </a:ext>
                  </a:extLst>
                </p:cNvPr>
                <p:cNvSpPr/>
                <p:nvPr/>
              </p:nvSpPr>
              <p:spPr>
                <a:xfrm>
                  <a:off x="8012396" y="4317451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9" name="Freeform 1158">
                  <a:extLst>
                    <a:ext uri="{FF2B5EF4-FFF2-40B4-BE49-F238E27FC236}">
                      <a16:creationId xmlns:a16="http://schemas.microsoft.com/office/drawing/2014/main" id="{33C16C14-76C3-7017-FF44-774500575246}"/>
                    </a:ext>
                  </a:extLst>
                </p:cNvPr>
                <p:cNvSpPr/>
                <p:nvPr/>
              </p:nvSpPr>
              <p:spPr>
                <a:xfrm>
                  <a:off x="8012396" y="4056908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0" name="Freeform 1159">
                  <a:extLst>
                    <a:ext uri="{FF2B5EF4-FFF2-40B4-BE49-F238E27FC236}">
                      <a16:creationId xmlns:a16="http://schemas.microsoft.com/office/drawing/2014/main" id="{DBFD2321-CD86-1A1E-29B3-60128B368EA9}"/>
                    </a:ext>
                  </a:extLst>
                </p:cNvPr>
                <p:cNvSpPr/>
                <p:nvPr/>
              </p:nvSpPr>
              <p:spPr>
                <a:xfrm>
                  <a:off x="8012396" y="3796364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5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5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1" name="Freeform 1160">
                  <a:extLst>
                    <a:ext uri="{FF2B5EF4-FFF2-40B4-BE49-F238E27FC236}">
                      <a16:creationId xmlns:a16="http://schemas.microsoft.com/office/drawing/2014/main" id="{FB29A34B-945F-42A8-3977-C5FD17726FB4}"/>
                    </a:ext>
                  </a:extLst>
                </p:cNvPr>
                <p:cNvSpPr/>
                <p:nvPr/>
              </p:nvSpPr>
              <p:spPr>
                <a:xfrm>
                  <a:off x="8012396" y="3750767"/>
                  <a:ext cx="816254" cy="619556"/>
                </a:xfrm>
                <a:custGeom>
                  <a:avLst/>
                  <a:gdLst>
                    <a:gd name="connsiteX0" fmla="*/ 0 w 816254"/>
                    <a:gd name="connsiteY0" fmla="*/ 46126 h 619556"/>
                    <a:gd name="connsiteX1" fmla="*/ 35520 w 816254"/>
                    <a:gd name="connsiteY1" fmla="*/ 22393 h 619556"/>
                    <a:gd name="connsiteX2" fmla="*/ 70998 w 816254"/>
                    <a:gd name="connsiteY2" fmla="*/ 6502 h 619556"/>
                    <a:gd name="connsiteX3" fmla="*/ 106477 w 816254"/>
                    <a:gd name="connsiteY3" fmla="*/ 0 h 619556"/>
                    <a:gd name="connsiteX4" fmla="*/ 141956 w 816254"/>
                    <a:gd name="connsiteY4" fmla="*/ 16418 h 619556"/>
                    <a:gd name="connsiteX5" fmla="*/ 177434 w 816254"/>
                    <a:gd name="connsiteY5" fmla="*/ 60960 h 619556"/>
                    <a:gd name="connsiteX6" fmla="*/ 212954 w 816254"/>
                    <a:gd name="connsiteY6" fmla="*/ 453095 h 619556"/>
                    <a:gd name="connsiteX7" fmla="*/ 248432 w 816254"/>
                    <a:gd name="connsiteY7" fmla="*/ 601350 h 619556"/>
                    <a:gd name="connsiteX8" fmla="*/ 283911 w 816254"/>
                    <a:gd name="connsiteY8" fmla="*/ 619557 h 619556"/>
                    <a:gd name="connsiteX9" fmla="*/ 319390 w 816254"/>
                    <a:gd name="connsiteY9" fmla="*/ 616712 h 619556"/>
                    <a:gd name="connsiteX10" fmla="*/ 354909 w 816254"/>
                    <a:gd name="connsiteY10" fmla="*/ 609681 h 619556"/>
                    <a:gd name="connsiteX11" fmla="*/ 390388 w 816254"/>
                    <a:gd name="connsiteY11" fmla="*/ 606024 h 619556"/>
                    <a:gd name="connsiteX12" fmla="*/ 425867 w 816254"/>
                    <a:gd name="connsiteY12" fmla="*/ 607609 h 619556"/>
                    <a:gd name="connsiteX13" fmla="*/ 461345 w 816254"/>
                    <a:gd name="connsiteY13" fmla="*/ 613054 h 619556"/>
                    <a:gd name="connsiteX14" fmla="*/ 496865 w 816254"/>
                    <a:gd name="connsiteY14" fmla="*/ 608625 h 619556"/>
                    <a:gd name="connsiteX15" fmla="*/ 532344 w 816254"/>
                    <a:gd name="connsiteY15" fmla="*/ 390306 h 619556"/>
                    <a:gd name="connsiteX16" fmla="*/ 567822 w 816254"/>
                    <a:gd name="connsiteY16" fmla="*/ 248839 h 619556"/>
                    <a:gd name="connsiteX17" fmla="*/ 603301 w 816254"/>
                    <a:gd name="connsiteY17" fmla="*/ 215473 h 619556"/>
                    <a:gd name="connsiteX18" fmla="*/ 638820 w 816254"/>
                    <a:gd name="connsiteY18" fmla="*/ 227178 h 619556"/>
                    <a:gd name="connsiteX19" fmla="*/ 674299 w 816254"/>
                    <a:gd name="connsiteY19" fmla="*/ 224048 h 619556"/>
                    <a:gd name="connsiteX20" fmla="*/ 709778 w 816254"/>
                    <a:gd name="connsiteY20" fmla="*/ 205557 h 619556"/>
                    <a:gd name="connsiteX21" fmla="*/ 745256 w 816254"/>
                    <a:gd name="connsiteY21" fmla="*/ 155529 h 619556"/>
                    <a:gd name="connsiteX22" fmla="*/ 780776 w 816254"/>
                    <a:gd name="connsiteY22" fmla="*/ 128951 h 619556"/>
                    <a:gd name="connsiteX23" fmla="*/ 816255 w 816254"/>
                    <a:gd name="connsiteY23" fmla="*/ 85710 h 619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619556">
                      <a:moveTo>
                        <a:pt x="0" y="46126"/>
                      </a:moveTo>
                      <a:lnTo>
                        <a:pt x="35520" y="22393"/>
                      </a:lnTo>
                      <a:lnTo>
                        <a:pt x="70998" y="6502"/>
                      </a:lnTo>
                      <a:lnTo>
                        <a:pt x="106477" y="0"/>
                      </a:lnTo>
                      <a:lnTo>
                        <a:pt x="141956" y="16418"/>
                      </a:lnTo>
                      <a:lnTo>
                        <a:pt x="177434" y="60960"/>
                      </a:lnTo>
                      <a:lnTo>
                        <a:pt x="212954" y="453095"/>
                      </a:lnTo>
                      <a:lnTo>
                        <a:pt x="248432" y="601350"/>
                      </a:lnTo>
                      <a:lnTo>
                        <a:pt x="283911" y="619557"/>
                      </a:lnTo>
                      <a:lnTo>
                        <a:pt x="319390" y="616712"/>
                      </a:lnTo>
                      <a:lnTo>
                        <a:pt x="354909" y="609681"/>
                      </a:lnTo>
                      <a:lnTo>
                        <a:pt x="390388" y="606024"/>
                      </a:lnTo>
                      <a:lnTo>
                        <a:pt x="425867" y="607609"/>
                      </a:lnTo>
                      <a:lnTo>
                        <a:pt x="461345" y="613054"/>
                      </a:lnTo>
                      <a:lnTo>
                        <a:pt x="496865" y="608625"/>
                      </a:lnTo>
                      <a:lnTo>
                        <a:pt x="532344" y="390306"/>
                      </a:lnTo>
                      <a:lnTo>
                        <a:pt x="567822" y="248839"/>
                      </a:lnTo>
                      <a:lnTo>
                        <a:pt x="603301" y="215473"/>
                      </a:lnTo>
                      <a:lnTo>
                        <a:pt x="638820" y="227178"/>
                      </a:lnTo>
                      <a:lnTo>
                        <a:pt x="674299" y="224048"/>
                      </a:lnTo>
                      <a:lnTo>
                        <a:pt x="709778" y="205557"/>
                      </a:lnTo>
                      <a:lnTo>
                        <a:pt x="745256" y="155529"/>
                      </a:lnTo>
                      <a:lnTo>
                        <a:pt x="780776" y="128951"/>
                      </a:lnTo>
                      <a:lnTo>
                        <a:pt x="816255" y="85710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2" name="Freeform 1161">
                  <a:extLst>
                    <a:ext uri="{FF2B5EF4-FFF2-40B4-BE49-F238E27FC236}">
                      <a16:creationId xmlns:a16="http://schemas.microsoft.com/office/drawing/2014/main" id="{704FF755-BC4C-4863-C4F3-89FF22D5EB26}"/>
                    </a:ext>
                  </a:extLst>
                </p:cNvPr>
                <p:cNvSpPr/>
                <p:nvPr/>
              </p:nvSpPr>
              <p:spPr>
                <a:xfrm>
                  <a:off x="8012396" y="4023298"/>
                  <a:ext cx="816254" cy="391850"/>
                </a:xfrm>
                <a:custGeom>
                  <a:avLst/>
                  <a:gdLst>
                    <a:gd name="connsiteX0" fmla="*/ 0 w 816254"/>
                    <a:gd name="connsiteY0" fmla="*/ 52385 h 391850"/>
                    <a:gd name="connsiteX1" fmla="*/ 35520 w 816254"/>
                    <a:gd name="connsiteY1" fmla="*/ 27351 h 391850"/>
                    <a:gd name="connsiteX2" fmla="*/ 70998 w 816254"/>
                    <a:gd name="connsiteY2" fmla="*/ 7274 h 391850"/>
                    <a:gd name="connsiteX3" fmla="*/ 106477 w 816254"/>
                    <a:gd name="connsiteY3" fmla="*/ 0 h 391850"/>
                    <a:gd name="connsiteX4" fmla="*/ 141956 w 816254"/>
                    <a:gd name="connsiteY4" fmla="*/ 3129 h 391850"/>
                    <a:gd name="connsiteX5" fmla="*/ 177434 w 816254"/>
                    <a:gd name="connsiteY5" fmla="*/ 23165 h 391850"/>
                    <a:gd name="connsiteX6" fmla="*/ 212954 w 816254"/>
                    <a:gd name="connsiteY6" fmla="*/ 299110 h 391850"/>
                    <a:gd name="connsiteX7" fmla="*/ 248432 w 816254"/>
                    <a:gd name="connsiteY7" fmla="*/ 378562 h 391850"/>
                    <a:gd name="connsiteX8" fmla="*/ 283911 w 816254"/>
                    <a:gd name="connsiteY8" fmla="*/ 390835 h 391850"/>
                    <a:gd name="connsiteX9" fmla="*/ 319390 w 816254"/>
                    <a:gd name="connsiteY9" fmla="*/ 389006 h 391850"/>
                    <a:gd name="connsiteX10" fmla="*/ 354909 w 816254"/>
                    <a:gd name="connsiteY10" fmla="*/ 386121 h 391850"/>
                    <a:gd name="connsiteX11" fmla="*/ 390388 w 816254"/>
                    <a:gd name="connsiteY11" fmla="*/ 384576 h 391850"/>
                    <a:gd name="connsiteX12" fmla="*/ 425867 w 816254"/>
                    <a:gd name="connsiteY12" fmla="*/ 387949 h 391850"/>
                    <a:gd name="connsiteX13" fmla="*/ 461345 w 816254"/>
                    <a:gd name="connsiteY13" fmla="*/ 391851 h 391850"/>
                    <a:gd name="connsiteX14" fmla="*/ 496865 w 816254"/>
                    <a:gd name="connsiteY14" fmla="*/ 389494 h 391850"/>
                    <a:gd name="connsiteX15" fmla="*/ 532344 w 816254"/>
                    <a:gd name="connsiteY15" fmla="*/ 260787 h 391850"/>
                    <a:gd name="connsiteX16" fmla="*/ 567822 w 816254"/>
                    <a:gd name="connsiteY16" fmla="*/ 155285 h 391850"/>
                    <a:gd name="connsiteX17" fmla="*/ 603301 w 816254"/>
                    <a:gd name="connsiteY17" fmla="*/ 129235 h 391850"/>
                    <a:gd name="connsiteX18" fmla="*/ 638820 w 816254"/>
                    <a:gd name="connsiteY18" fmla="*/ 140167 h 391850"/>
                    <a:gd name="connsiteX19" fmla="*/ 674299 w 816254"/>
                    <a:gd name="connsiteY19" fmla="*/ 144597 h 391850"/>
                    <a:gd name="connsiteX20" fmla="*/ 709778 w 816254"/>
                    <a:gd name="connsiteY20" fmla="*/ 140696 h 391850"/>
                    <a:gd name="connsiteX21" fmla="*/ 745256 w 816254"/>
                    <a:gd name="connsiteY21" fmla="*/ 111760 h 391850"/>
                    <a:gd name="connsiteX22" fmla="*/ 780776 w 816254"/>
                    <a:gd name="connsiteY22" fmla="*/ 108631 h 391850"/>
                    <a:gd name="connsiteX23" fmla="*/ 816255 w 816254"/>
                    <a:gd name="connsiteY23" fmla="*/ 85181 h 3918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391850">
                      <a:moveTo>
                        <a:pt x="0" y="52385"/>
                      </a:moveTo>
                      <a:lnTo>
                        <a:pt x="35520" y="27351"/>
                      </a:lnTo>
                      <a:lnTo>
                        <a:pt x="70998" y="7274"/>
                      </a:lnTo>
                      <a:lnTo>
                        <a:pt x="106477" y="0"/>
                      </a:lnTo>
                      <a:lnTo>
                        <a:pt x="141956" y="3129"/>
                      </a:lnTo>
                      <a:lnTo>
                        <a:pt x="177434" y="23165"/>
                      </a:lnTo>
                      <a:lnTo>
                        <a:pt x="212954" y="299110"/>
                      </a:lnTo>
                      <a:lnTo>
                        <a:pt x="248432" y="378562"/>
                      </a:lnTo>
                      <a:lnTo>
                        <a:pt x="283911" y="390835"/>
                      </a:lnTo>
                      <a:lnTo>
                        <a:pt x="319390" y="389006"/>
                      </a:lnTo>
                      <a:lnTo>
                        <a:pt x="354909" y="386121"/>
                      </a:lnTo>
                      <a:lnTo>
                        <a:pt x="390388" y="384576"/>
                      </a:lnTo>
                      <a:lnTo>
                        <a:pt x="425867" y="387949"/>
                      </a:lnTo>
                      <a:lnTo>
                        <a:pt x="461345" y="391851"/>
                      </a:lnTo>
                      <a:lnTo>
                        <a:pt x="496865" y="389494"/>
                      </a:lnTo>
                      <a:lnTo>
                        <a:pt x="532344" y="260787"/>
                      </a:lnTo>
                      <a:lnTo>
                        <a:pt x="567822" y="155285"/>
                      </a:lnTo>
                      <a:lnTo>
                        <a:pt x="603301" y="129235"/>
                      </a:lnTo>
                      <a:lnTo>
                        <a:pt x="638820" y="140167"/>
                      </a:lnTo>
                      <a:lnTo>
                        <a:pt x="674299" y="144597"/>
                      </a:lnTo>
                      <a:lnTo>
                        <a:pt x="709778" y="140696"/>
                      </a:lnTo>
                      <a:lnTo>
                        <a:pt x="745256" y="111760"/>
                      </a:lnTo>
                      <a:lnTo>
                        <a:pt x="780776" y="108631"/>
                      </a:lnTo>
                      <a:lnTo>
                        <a:pt x="816255" y="85181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3" name="Freeform 1162">
                  <a:extLst>
                    <a:ext uri="{FF2B5EF4-FFF2-40B4-BE49-F238E27FC236}">
                      <a16:creationId xmlns:a16="http://schemas.microsoft.com/office/drawing/2014/main" id="{AA223B00-394E-1735-828E-42A7731F2083}"/>
                    </a:ext>
                  </a:extLst>
                </p:cNvPr>
                <p:cNvSpPr/>
                <p:nvPr/>
              </p:nvSpPr>
              <p:spPr>
                <a:xfrm>
                  <a:off x="8012396" y="4360163"/>
                  <a:ext cx="816254" cy="191536"/>
                </a:xfrm>
                <a:custGeom>
                  <a:avLst/>
                  <a:gdLst>
                    <a:gd name="connsiteX0" fmla="*/ 0 w 816254"/>
                    <a:gd name="connsiteY0" fmla="*/ 44826 h 191536"/>
                    <a:gd name="connsiteX1" fmla="*/ 35520 w 816254"/>
                    <a:gd name="connsiteY1" fmla="*/ 26579 h 191536"/>
                    <a:gd name="connsiteX2" fmla="*/ 70998 w 816254"/>
                    <a:gd name="connsiteY2" fmla="*/ 9144 h 191536"/>
                    <a:gd name="connsiteX3" fmla="*/ 106477 w 816254"/>
                    <a:gd name="connsiteY3" fmla="*/ 0 h 191536"/>
                    <a:gd name="connsiteX4" fmla="*/ 141956 w 816254"/>
                    <a:gd name="connsiteY4" fmla="*/ 3414 h 191536"/>
                    <a:gd name="connsiteX5" fmla="*/ 177434 w 816254"/>
                    <a:gd name="connsiteY5" fmla="*/ 29708 h 191536"/>
                    <a:gd name="connsiteX6" fmla="*/ 212954 w 816254"/>
                    <a:gd name="connsiteY6" fmla="*/ 171176 h 191536"/>
                    <a:gd name="connsiteX7" fmla="*/ 248432 w 816254"/>
                    <a:gd name="connsiteY7" fmla="*/ 185765 h 191536"/>
                    <a:gd name="connsiteX8" fmla="*/ 283911 w 816254"/>
                    <a:gd name="connsiteY8" fmla="*/ 188895 h 191536"/>
                    <a:gd name="connsiteX9" fmla="*/ 319390 w 816254"/>
                    <a:gd name="connsiteY9" fmla="*/ 189707 h 191536"/>
                    <a:gd name="connsiteX10" fmla="*/ 354909 w 816254"/>
                    <a:gd name="connsiteY10" fmla="*/ 189951 h 191536"/>
                    <a:gd name="connsiteX11" fmla="*/ 390388 w 816254"/>
                    <a:gd name="connsiteY11" fmla="*/ 190480 h 191536"/>
                    <a:gd name="connsiteX12" fmla="*/ 425867 w 816254"/>
                    <a:gd name="connsiteY12" fmla="*/ 191008 h 191536"/>
                    <a:gd name="connsiteX13" fmla="*/ 461345 w 816254"/>
                    <a:gd name="connsiteY13" fmla="*/ 191536 h 191536"/>
                    <a:gd name="connsiteX14" fmla="*/ 496865 w 816254"/>
                    <a:gd name="connsiteY14" fmla="*/ 190723 h 191536"/>
                    <a:gd name="connsiteX15" fmla="*/ 532344 w 816254"/>
                    <a:gd name="connsiteY15" fmla="*/ 160000 h 191536"/>
                    <a:gd name="connsiteX16" fmla="*/ 567822 w 816254"/>
                    <a:gd name="connsiteY16" fmla="*/ 95098 h 191536"/>
                    <a:gd name="connsiteX17" fmla="*/ 603301 w 816254"/>
                    <a:gd name="connsiteY17" fmla="*/ 71648 h 191536"/>
                    <a:gd name="connsiteX18" fmla="*/ 638820 w 816254"/>
                    <a:gd name="connsiteY18" fmla="*/ 65146 h 191536"/>
                    <a:gd name="connsiteX19" fmla="*/ 674299 w 816254"/>
                    <a:gd name="connsiteY19" fmla="*/ 71405 h 191536"/>
                    <a:gd name="connsiteX20" fmla="*/ 709778 w 816254"/>
                    <a:gd name="connsiteY20" fmla="*/ 88067 h 191536"/>
                    <a:gd name="connsiteX21" fmla="*/ 745256 w 816254"/>
                    <a:gd name="connsiteY21" fmla="*/ 66975 h 191536"/>
                    <a:gd name="connsiteX22" fmla="*/ 780776 w 816254"/>
                    <a:gd name="connsiteY22" fmla="*/ 72177 h 191536"/>
                    <a:gd name="connsiteX23" fmla="*/ 816255 w 816254"/>
                    <a:gd name="connsiteY23" fmla="*/ 64618 h 19153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191536">
                      <a:moveTo>
                        <a:pt x="0" y="44826"/>
                      </a:moveTo>
                      <a:lnTo>
                        <a:pt x="35520" y="26579"/>
                      </a:lnTo>
                      <a:lnTo>
                        <a:pt x="70998" y="9144"/>
                      </a:lnTo>
                      <a:lnTo>
                        <a:pt x="106477" y="0"/>
                      </a:lnTo>
                      <a:lnTo>
                        <a:pt x="141956" y="3414"/>
                      </a:lnTo>
                      <a:lnTo>
                        <a:pt x="177434" y="29708"/>
                      </a:lnTo>
                      <a:lnTo>
                        <a:pt x="212954" y="171176"/>
                      </a:lnTo>
                      <a:lnTo>
                        <a:pt x="248432" y="185765"/>
                      </a:lnTo>
                      <a:lnTo>
                        <a:pt x="283911" y="188895"/>
                      </a:lnTo>
                      <a:lnTo>
                        <a:pt x="319390" y="189707"/>
                      </a:lnTo>
                      <a:lnTo>
                        <a:pt x="354909" y="189951"/>
                      </a:lnTo>
                      <a:lnTo>
                        <a:pt x="390388" y="190480"/>
                      </a:lnTo>
                      <a:lnTo>
                        <a:pt x="425867" y="191008"/>
                      </a:lnTo>
                      <a:lnTo>
                        <a:pt x="461345" y="191536"/>
                      </a:lnTo>
                      <a:lnTo>
                        <a:pt x="496865" y="190723"/>
                      </a:lnTo>
                      <a:lnTo>
                        <a:pt x="532344" y="160000"/>
                      </a:lnTo>
                      <a:lnTo>
                        <a:pt x="567822" y="95098"/>
                      </a:lnTo>
                      <a:lnTo>
                        <a:pt x="603301" y="71648"/>
                      </a:lnTo>
                      <a:lnTo>
                        <a:pt x="638820" y="65146"/>
                      </a:lnTo>
                      <a:lnTo>
                        <a:pt x="674299" y="71405"/>
                      </a:lnTo>
                      <a:lnTo>
                        <a:pt x="709778" y="88067"/>
                      </a:lnTo>
                      <a:lnTo>
                        <a:pt x="745256" y="66975"/>
                      </a:lnTo>
                      <a:lnTo>
                        <a:pt x="780776" y="72177"/>
                      </a:lnTo>
                      <a:lnTo>
                        <a:pt x="816255" y="64618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64" name="Graphic 1095">
                <a:extLst>
                  <a:ext uri="{FF2B5EF4-FFF2-40B4-BE49-F238E27FC236}">
                    <a16:creationId xmlns:a16="http://schemas.microsoft.com/office/drawing/2014/main" id="{F96250E5-075C-5D9F-131E-75184AF5A31B}"/>
                  </a:ext>
                </a:extLst>
              </p:cNvPr>
              <p:cNvGrpSpPr/>
              <p:nvPr/>
            </p:nvGrpSpPr>
            <p:grpSpPr>
              <a:xfrm>
                <a:off x="8850921" y="2788289"/>
                <a:ext cx="816213" cy="781629"/>
                <a:chOff x="8850921" y="2788289"/>
                <a:chExt cx="816213" cy="781629"/>
              </a:xfrm>
              <a:noFill/>
            </p:grpSpPr>
            <p:sp>
              <p:nvSpPr>
                <p:cNvPr id="1165" name="Freeform 1164">
                  <a:extLst>
                    <a:ext uri="{FF2B5EF4-FFF2-40B4-BE49-F238E27FC236}">
                      <a16:creationId xmlns:a16="http://schemas.microsoft.com/office/drawing/2014/main" id="{6F7FCEB4-354B-DDEF-F3BA-DE17AD478695}"/>
                    </a:ext>
                  </a:extLst>
                </p:cNvPr>
                <p:cNvSpPr/>
                <p:nvPr/>
              </p:nvSpPr>
              <p:spPr>
                <a:xfrm>
                  <a:off x="8850921" y="3569919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6" name="Freeform 1165">
                  <a:extLst>
                    <a:ext uri="{FF2B5EF4-FFF2-40B4-BE49-F238E27FC236}">
                      <a16:creationId xmlns:a16="http://schemas.microsoft.com/office/drawing/2014/main" id="{59CDDEA5-E712-966F-C815-3DCEC557F0C0}"/>
                    </a:ext>
                  </a:extLst>
                </p:cNvPr>
                <p:cNvSpPr/>
                <p:nvPr/>
              </p:nvSpPr>
              <p:spPr>
                <a:xfrm>
                  <a:off x="8850921" y="3309375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7" name="Freeform 1166">
                  <a:extLst>
                    <a:ext uri="{FF2B5EF4-FFF2-40B4-BE49-F238E27FC236}">
                      <a16:creationId xmlns:a16="http://schemas.microsoft.com/office/drawing/2014/main" id="{0CE338D9-2BA6-E029-09AE-656F46DE22AF}"/>
                    </a:ext>
                  </a:extLst>
                </p:cNvPr>
                <p:cNvSpPr/>
                <p:nvPr/>
              </p:nvSpPr>
              <p:spPr>
                <a:xfrm>
                  <a:off x="8850921" y="3048832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8" name="Freeform 1167">
                  <a:extLst>
                    <a:ext uri="{FF2B5EF4-FFF2-40B4-BE49-F238E27FC236}">
                      <a16:creationId xmlns:a16="http://schemas.microsoft.com/office/drawing/2014/main" id="{0AD2F2E2-0570-30B4-189C-BBDE3C76A728}"/>
                    </a:ext>
                  </a:extLst>
                </p:cNvPr>
                <p:cNvSpPr/>
                <p:nvPr/>
              </p:nvSpPr>
              <p:spPr>
                <a:xfrm>
                  <a:off x="8850921" y="2788289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69" name="Freeform 1168">
                  <a:extLst>
                    <a:ext uri="{FF2B5EF4-FFF2-40B4-BE49-F238E27FC236}">
                      <a16:creationId xmlns:a16="http://schemas.microsoft.com/office/drawing/2014/main" id="{0A036887-792A-827C-44FF-825B6FEDD7B2}"/>
                    </a:ext>
                  </a:extLst>
                </p:cNvPr>
                <p:cNvSpPr/>
                <p:nvPr/>
              </p:nvSpPr>
              <p:spPr>
                <a:xfrm>
                  <a:off x="8850921" y="3179368"/>
                  <a:ext cx="816213" cy="385064"/>
                </a:xfrm>
                <a:custGeom>
                  <a:avLst/>
                  <a:gdLst>
                    <a:gd name="connsiteX0" fmla="*/ 0 w 816213"/>
                    <a:gd name="connsiteY0" fmla="*/ 96926 h 385064"/>
                    <a:gd name="connsiteX1" fmla="*/ 35479 w 816213"/>
                    <a:gd name="connsiteY1" fmla="*/ 88595 h 385064"/>
                    <a:gd name="connsiteX2" fmla="*/ 70958 w 816213"/>
                    <a:gd name="connsiteY2" fmla="*/ 73477 h 385064"/>
                    <a:gd name="connsiteX3" fmla="*/ 106436 w 816213"/>
                    <a:gd name="connsiteY3" fmla="*/ 70876 h 385064"/>
                    <a:gd name="connsiteX4" fmla="*/ 141955 w 816213"/>
                    <a:gd name="connsiteY4" fmla="*/ 96114 h 385064"/>
                    <a:gd name="connsiteX5" fmla="*/ 177434 w 816213"/>
                    <a:gd name="connsiteY5" fmla="*/ 358242 h 385064"/>
                    <a:gd name="connsiteX6" fmla="*/ 212913 w 816213"/>
                    <a:gd name="connsiteY6" fmla="*/ 375717 h 385064"/>
                    <a:gd name="connsiteX7" fmla="*/ 248392 w 816213"/>
                    <a:gd name="connsiteY7" fmla="*/ 378805 h 385064"/>
                    <a:gd name="connsiteX8" fmla="*/ 283911 w 816213"/>
                    <a:gd name="connsiteY8" fmla="*/ 380634 h 385064"/>
                    <a:gd name="connsiteX9" fmla="*/ 319390 w 816213"/>
                    <a:gd name="connsiteY9" fmla="*/ 381935 h 385064"/>
                    <a:gd name="connsiteX10" fmla="*/ 354869 w 816213"/>
                    <a:gd name="connsiteY10" fmla="*/ 383235 h 385064"/>
                    <a:gd name="connsiteX11" fmla="*/ 390347 w 816213"/>
                    <a:gd name="connsiteY11" fmla="*/ 384048 h 385064"/>
                    <a:gd name="connsiteX12" fmla="*/ 425867 w 816213"/>
                    <a:gd name="connsiteY12" fmla="*/ 384536 h 385064"/>
                    <a:gd name="connsiteX13" fmla="*/ 461345 w 816213"/>
                    <a:gd name="connsiteY13" fmla="*/ 384820 h 385064"/>
                    <a:gd name="connsiteX14" fmla="*/ 496824 w 816213"/>
                    <a:gd name="connsiteY14" fmla="*/ 385064 h 385064"/>
                    <a:gd name="connsiteX15" fmla="*/ 532303 w 816213"/>
                    <a:gd name="connsiteY15" fmla="*/ 385064 h 385064"/>
                    <a:gd name="connsiteX16" fmla="*/ 567822 w 816213"/>
                    <a:gd name="connsiteY16" fmla="*/ 375717 h 385064"/>
                    <a:gd name="connsiteX17" fmla="*/ 603301 w 816213"/>
                    <a:gd name="connsiteY17" fmla="*/ 188895 h 385064"/>
                    <a:gd name="connsiteX18" fmla="*/ 638780 w 816213"/>
                    <a:gd name="connsiteY18" fmla="*/ 0 h 385064"/>
                    <a:gd name="connsiteX19" fmla="*/ 674258 w 816213"/>
                    <a:gd name="connsiteY19" fmla="*/ 9388 h 385064"/>
                    <a:gd name="connsiteX20" fmla="*/ 709778 w 816213"/>
                    <a:gd name="connsiteY20" fmla="*/ 11176 h 385064"/>
                    <a:gd name="connsiteX21" fmla="*/ 745256 w 816213"/>
                    <a:gd name="connsiteY21" fmla="*/ 14590 h 385064"/>
                    <a:gd name="connsiteX22" fmla="*/ 780735 w 816213"/>
                    <a:gd name="connsiteY22" fmla="*/ 47671 h 385064"/>
                    <a:gd name="connsiteX23" fmla="*/ 816214 w 816213"/>
                    <a:gd name="connsiteY23" fmla="*/ 72949 h 385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385064">
                      <a:moveTo>
                        <a:pt x="0" y="96926"/>
                      </a:moveTo>
                      <a:lnTo>
                        <a:pt x="35479" y="88595"/>
                      </a:lnTo>
                      <a:lnTo>
                        <a:pt x="70958" y="73477"/>
                      </a:lnTo>
                      <a:lnTo>
                        <a:pt x="106436" y="70876"/>
                      </a:lnTo>
                      <a:lnTo>
                        <a:pt x="141955" y="96114"/>
                      </a:lnTo>
                      <a:lnTo>
                        <a:pt x="177434" y="358242"/>
                      </a:lnTo>
                      <a:lnTo>
                        <a:pt x="212913" y="375717"/>
                      </a:lnTo>
                      <a:lnTo>
                        <a:pt x="248392" y="378805"/>
                      </a:lnTo>
                      <a:lnTo>
                        <a:pt x="283911" y="380634"/>
                      </a:lnTo>
                      <a:lnTo>
                        <a:pt x="319390" y="381935"/>
                      </a:lnTo>
                      <a:lnTo>
                        <a:pt x="354869" y="383235"/>
                      </a:lnTo>
                      <a:lnTo>
                        <a:pt x="390347" y="384048"/>
                      </a:lnTo>
                      <a:lnTo>
                        <a:pt x="425867" y="384536"/>
                      </a:lnTo>
                      <a:lnTo>
                        <a:pt x="461345" y="384820"/>
                      </a:lnTo>
                      <a:lnTo>
                        <a:pt x="496824" y="385064"/>
                      </a:lnTo>
                      <a:lnTo>
                        <a:pt x="532303" y="385064"/>
                      </a:lnTo>
                      <a:lnTo>
                        <a:pt x="567822" y="375717"/>
                      </a:lnTo>
                      <a:lnTo>
                        <a:pt x="603301" y="188895"/>
                      </a:lnTo>
                      <a:lnTo>
                        <a:pt x="638780" y="0"/>
                      </a:lnTo>
                      <a:lnTo>
                        <a:pt x="674258" y="9388"/>
                      </a:lnTo>
                      <a:lnTo>
                        <a:pt x="709778" y="11176"/>
                      </a:lnTo>
                      <a:lnTo>
                        <a:pt x="745256" y="14590"/>
                      </a:lnTo>
                      <a:lnTo>
                        <a:pt x="780735" y="47671"/>
                      </a:lnTo>
                      <a:lnTo>
                        <a:pt x="816214" y="72949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0" name="Freeform 1169">
                  <a:extLst>
                    <a:ext uri="{FF2B5EF4-FFF2-40B4-BE49-F238E27FC236}">
                      <a16:creationId xmlns:a16="http://schemas.microsoft.com/office/drawing/2014/main" id="{4368892E-F6A0-A16B-393D-5503DD9FEE6C}"/>
                    </a:ext>
                  </a:extLst>
                </p:cNvPr>
                <p:cNvSpPr/>
                <p:nvPr/>
              </p:nvSpPr>
              <p:spPr>
                <a:xfrm>
                  <a:off x="8850921" y="3345586"/>
                  <a:ext cx="816213" cy="218846"/>
                </a:xfrm>
                <a:custGeom>
                  <a:avLst/>
                  <a:gdLst>
                    <a:gd name="connsiteX0" fmla="*/ 0 w 816213"/>
                    <a:gd name="connsiteY0" fmla="*/ 181092 h 218846"/>
                    <a:gd name="connsiteX1" fmla="*/ 35479 w 816213"/>
                    <a:gd name="connsiteY1" fmla="*/ 184221 h 218846"/>
                    <a:gd name="connsiteX2" fmla="*/ 70958 w 816213"/>
                    <a:gd name="connsiteY2" fmla="*/ 181336 h 218846"/>
                    <a:gd name="connsiteX3" fmla="*/ 106436 w 816213"/>
                    <a:gd name="connsiteY3" fmla="*/ 178979 h 218846"/>
                    <a:gd name="connsiteX4" fmla="*/ 141955 w 816213"/>
                    <a:gd name="connsiteY4" fmla="*/ 177963 h 218846"/>
                    <a:gd name="connsiteX5" fmla="*/ 177434 w 816213"/>
                    <a:gd name="connsiteY5" fmla="*/ 207670 h 218846"/>
                    <a:gd name="connsiteX6" fmla="*/ 212913 w 816213"/>
                    <a:gd name="connsiteY6" fmla="*/ 212100 h 218846"/>
                    <a:gd name="connsiteX7" fmla="*/ 248392 w 816213"/>
                    <a:gd name="connsiteY7" fmla="*/ 214417 h 218846"/>
                    <a:gd name="connsiteX8" fmla="*/ 283911 w 816213"/>
                    <a:gd name="connsiteY8" fmla="*/ 215229 h 218846"/>
                    <a:gd name="connsiteX9" fmla="*/ 319390 w 816213"/>
                    <a:gd name="connsiteY9" fmla="*/ 216002 h 218846"/>
                    <a:gd name="connsiteX10" fmla="*/ 354869 w 816213"/>
                    <a:gd name="connsiteY10" fmla="*/ 216530 h 218846"/>
                    <a:gd name="connsiteX11" fmla="*/ 390347 w 816213"/>
                    <a:gd name="connsiteY11" fmla="*/ 217018 h 218846"/>
                    <a:gd name="connsiteX12" fmla="*/ 425867 w 816213"/>
                    <a:gd name="connsiteY12" fmla="*/ 217830 h 218846"/>
                    <a:gd name="connsiteX13" fmla="*/ 461345 w 816213"/>
                    <a:gd name="connsiteY13" fmla="*/ 218074 h 218846"/>
                    <a:gd name="connsiteX14" fmla="*/ 496824 w 816213"/>
                    <a:gd name="connsiteY14" fmla="*/ 218318 h 218846"/>
                    <a:gd name="connsiteX15" fmla="*/ 532303 w 816213"/>
                    <a:gd name="connsiteY15" fmla="*/ 218846 h 218846"/>
                    <a:gd name="connsiteX16" fmla="*/ 567822 w 816213"/>
                    <a:gd name="connsiteY16" fmla="*/ 216774 h 218846"/>
                    <a:gd name="connsiteX17" fmla="*/ 603301 w 816213"/>
                    <a:gd name="connsiteY17" fmla="*/ 178979 h 218846"/>
                    <a:gd name="connsiteX18" fmla="*/ 638780 w 816213"/>
                    <a:gd name="connsiteY18" fmla="*/ 0 h 218846"/>
                    <a:gd name="connsiteX19" fmla="*/ 674258 w 816213"/>
                    <a:gd name="connsiteY19" fmla="*/ 20076 h 218846"/>
                    <a:gd name="connsiteX20" fmla="*/ 709778 w 816213"/>
                    <a:gd name="connsiteY20" fmla="*/ 51857 h 218846"/>
                    <a:gd name="connsiteX21" fmla="*/ 745256 w 816213"/>
                    <a:gd name="connsiteY21" fmla="*/ 72177 h 218846"/>
                    <a:gd name="connsiteX22" fmla="*/ 780735 w 816213"/>
                    <a:gd name="connsiteY22" fmla="*/ 130536 h 218846"/>
                    <a:gd name="connsiteX23" fmla="*/ 816214 w 816213"/>
                    <a:gd name="connsiteY23" fmla="*/ 157358 h 2188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218846">
                      <a:moveTo>
                        <a:pt x="0" y="181092"/>
                      </a:moveTo>
                      <a:lnTo>
                        <a:pt x="35479" y="184221"/>
                      </a:lnTo>
                      <a:lnTo>
                        <a:pt x="70958" y="181336"/>
                      </a:lnTo>
                      <a:lnTo>
                        <a:pt x="106436" y="178979"/>
                      </a:lnTo>
                      <a:lnTo>
                        <a:pt x="141955" y="177963"/>
                      </a:lnTo>
                      <a:lnTo>
                        <a:pt x="177434" y="207670"/>
                      </a:lnTo>
                      <a:lnTo>
                        <a:pt x="212913" y="212100"/>
                      </a:lnTo>
                      <a:lnTo>
                        <a:pt x="248392" y="214417"/>
                      </a:lnTo>
                      <a:lnTo>
                        <a:pt x="283911" y="215229"/>
                      </a:lnTo>
                      <a:lnTo>
                        <a:pt x="319390" y="216002"/>
                      </a:lnTo>
                      <a:lnTo>
                        <a:pt x="354869" y="216530"/>
                      </a:lnTo>
                      <a:lnTo>
                        <a:pt x="390347" y="217018"/>
                      </a:lnTo>
                      <a:lnTo>
                        <a:pt x="425867" y="217830"/>
                      </a:lnTo>
                      <a:lnTo>
                        <a:pt x="461345" y="218074"/>
                      </a:lnTo>
                      <a:lnTo>
                        <a:pt x="496824" y="218318"/>
                      </a:lnTo>
                      <a:lnTo>
                        <a:pt x="532303" y="218846"/>
                      </a:lnTo>
                      <a:lnTo>
                        <a:pt x="567822" y="216774"/>
                      </a:lnTo>
                      <a:lnTo>
                        <a:pt x="603301" y="178979"/>
                      </a:lnTo>
                      <a:lnTo>
                        <a:pt x="638780" y="0"/>
                      </a:lnTo>
                      <a:lnTo>
                        <a:pt x="674258" y="20076"/>
                      </a:lnTo>
                      <a:lnTo>
                        <a:pt x="709778" y="51857"/>
                      </a:lnTo>
                      <a:lnTo>
                        <a:pt x="745256" y="72177"/>
                      </a:lnTo>
                      <a:lnTo>
                        <a:pt x="780735" y="130536"/>
                      </a:lnTo>
                      <a:lnTo>
                        <a:pt x="816214" y="157358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1" name="Freeform 1170">
                  <a:extLst>
                    <a:ext uri="{FF2B5EF4-FFF2-40B4-BE49-F238E27FC236}">
                      <a16:creationId xmlns:a16="http://schemas.microsoft.com/office/drawing/2014/main" id="{9C63EDE0-9DFA-598B-AE7E-F37139951919}"/>
                    </a:ext>
                  </a:extLst>
                </p:cNvPr>
                <p:cNvSpPr/>
                <p:nvPr/>
              </p:nvSpPr>
              <p:spPr>
                <a:xfrm>
                  <a:off x="8850921" y="3465718"/>
                  <a:ext cx="816213" cy="103957"/>
                </a:xfrm>
                <a:custGeom>
                  <a:avLst/>
                  <a:gdLst>
                    <a:gd name="connsiteX0" fmla="*/ 0 w 816213"/>
                    <a:gd name="connsiteY0" fmla="*/ 98999 h 103957"/>
                    <a:gd name="connsiteX1" fmla="*/ 35479 w 816213"/>
                    <a:gd name="connsiteY1" fmla="*/ 100543 h 103957"/>
                    <a:gd name="connsiteX2" fmla="*/ 70958 w 816213"/>
                    <a:gd name="connsiteY2" fmla="*/ 100015 h 103957"/>
                    <a:gd name="connsiteX3" fmla="*/ 106436 w 816213"/>
                    <a:gd name="connsiteY3" fmla="*/ 98471 h 103957"/>
                    <a:gd name="connsiteX4" fmla="*/ 141955 w 816213"/>
                    <a:gd name="connsiteY4" fmla="*/ 97699 h 103957"/>
                    <a:gd name="connsiteX5" fmla="*/ 177434 w 816213"/>
                    <a:gd name="connsiteY5" fmla="*/ 103673 h 103957"/>
                    <a:gd name="connsiteX6" fmla="*/ 212913 w 816213"/>
                    <a:gd name="connsiteY6" fmla="*/ 103673 h 103957"/>
                    <a:gd name="connsiteX7" fmla="*/ 248392 w 816213"/>
                    <a:gd name="connsiteY7" fmla="*/ 103957 h 103957"/>
                    <a:gd name="connsiteX8" fmla="*/ 283911 w 816213"/>
                    <a:gd name="connsiteY8" fmla="*/ 103957 h 103957"/>
                    <a:gd name="connsiteX9" fmla="*/ 319390 w 816213"/>
                    <a:gd name="connsiteY9" fmla="*/ 103957 h 103957"/>
                    <a:gd name="connsiteX10" fmla="*/ 354869 w 816213"/>
                    <a:gd name="connsiteY10" fmla="*/ 103957 h 103957"/>
                    <a:gd name="connsiteX11" fmla="*/ 390347 w 816213"/>
                    <a:gd name="connsiteY11" fmla="*/ 103957 h 103957"/>
                    <a:gd name="connsiteX12" fmla="*/ 425867 w 816213"/>
                    <a:gd name="connsiteY12" fmla="*/ 103957 h 103957"/>
                    <a:gd name="connsiteX13" fmla="*/ 461345 w 816213"/>
                    <a:gd name="connsiteY13" fmla="*/ 103957 h 103957"/>
                    <a:gd name="connsiteX14" fmla="*/ 496824 w 816213"/>
                    <a:gd name="connsiteY14" fmla="*/ 103957 h 103957"/>
                    <a:gd name="connsiteX15" fmla="*/ 532303 w 816213"/>
                    <a:gd name="connsiteY15" fmla="*/ 103957 h 103957"/>
                    <a:gd name="connsiteX16" fmla="*/ 567822 w 816213"/>
                    <a:gd name="connsiteY16" fmla="*/ 103957 h 103957"/>
                    <a:gd name="connsiteX17" fmla="*/ 603301 w 816213"/>
                    <a:gd name="connsiteY17" fmla="*/ 98715 h 103957"/>
                    <a:gd name="connsiteX18" fmla="*/ 638780 w 816213"/>
                    <a:gd name="connsiteY18" fmla="*/ 0 h 103957"/>
                    <a:gd name="connsiteX19" fmla="*/ 674258 w 816213"/>
                    <a:gd name="connsiteY19" fmla="*/ 4145 h 103957"/>
                    <a:gd name="connsiteX20" fmla="*/ 709778 w 816213"/>
                    <a:gd name="connsiteY20" fmla="*/ 22637 h 103957"/>
                    <a:gd name="connsiteX21" fmla="*/ 745256 w 816213"/>
                    <a:gd name="connsiteY21" fmla="*/ 47386 h 103957"/>
                    <a:gd name="connsiteX22" fmla="*/ 780735 w 816213"/>
                    <a:gd name="connsiteY22" fmla="*/ 68763 h 103957"/>
                    <a:gd name="connsiteX23" fmla="*/ 816214 w 816213"/>
                    <a:gd name="connsiteY23" fmla="*/ 83881 h 1039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103957">
                      <a:moveTo>
                        <a:pt x="0" y="98999"/>
                      </a:moveTo>
                      <a:lnTo>
                        <a:pt x="35479" y="100543"/>
                      </a:lnTo>
                      <a:lnTo>
                        <a:pt x="70958" y="100015"/>
                      </a:lnTo>
                      <a:lnTo>
                        <a:pt x="106436" y="98471"/>
                      </a:lnTo>
                      <a:lnTo>
                        <a:pt x="141955" y="97699"/>
                      </a:lnTo>
                      <a:lnTo>
                        <a:pt x="177434" y="103673"/>
                      </a:lnTo>
                      <a:lnTo>
                        <a:pt x="212913" y="103673"/>
                      </a:lnTo>
                      <a:lnTo>
                        <a:pt x="248392" y="103957"/>
                      </a:lnTo>
                      <a:lnTo>
                        <a:pt x="283911" y="103957"/>
                      </a:lnTo>
                      <a:lnTo>
                        <a:pt x="319390" y="103957"/>
                      </a:lnTo>
                      <a:lnTo>
                        <a:pt x="354869" y="103957"/>
                      </a:lnTo>
                      <a:lnTo>
                        <a:pt x="390347" y="103957"/>
                      </a:lnTo>
                      <a:lnTo>
                        <a:pt x="425867" y="103957"/>
                      </a:lnTo>
                      <a:lnTo>
                        <a:pt x="461345" y="103957"/>
                      </a:lnTo>
                      <a:lnTo>
                        <a:pt x="496824" y="103957"/>
                      </a:lnTo>
                      <a:lnTo>
                        <a:pt x="532303" y="103957"/>
                      </a:lnTo>
                      <a:lnTo>
                        <a:pt x="567822" y="103957"/>
                      </a:lnTo>
                      <a:lnTo>
                        <a:pt x="603301" y="98715"/>
                      </a:lnTo>
                      <a:lnTo>
                        <a:pt x="638780" y="0"/>
                      </a:lnTo>
                      <a:lnTo>
                        <a:pt x="674258" y="4145"/>
                      </a:lnTo>
                      <a:lnTo>
                        <a:pt x="709778" y="22637"/>
                      </a:lnTo>
                      <a:lnTo>
                        <a:pt x="745256" y="47386"/>
                      </a:lnTo>
                      <a:lnTo>
                        <a:pt x="780735" y="68763"/>
                      </a:lnTo>
                      <a:lnTo>
                        <a:pt x="816214" y="83881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72" name="Graphic 1095">
                <a:extLst>
                  <a:ext uri="{FF2B5EF4-FFF2-40B4-BE49-F238E27FC236}">
                    <a16:creationId xmlns:a16="http://schemas.microsoft.com/office/drawing/2014/main" id="{6B7F8E3A-2197-5989-44FC-AC76A2C479EF}"/>
                  </a:ext>
                </a:extLst>
              </p:cNvPr>
              <p:cNvGrpSpPr/>
              <p:nvPr/>
            </p:nvGrpSpPr>
            <p:grpSpPr>
              <a:xfrm>
                <a:off x="8850921" y="3796364"/>
                <a:ext cx="816213" cy="781629"/>
                <a:chOff x="8850921" y="3796364"/>
                <a:chExt cx="816213" cy="781629"/>
              </a:xfrm>
              <a:noFill/>
            </p:grpSpPr>
            <p:sp>
              <p:nvSpPr>
                <p:cNvPr id="1173" name="Freeform 1172">
                  <a:extLst>
                    <a:ext uri="{FF2B5EF4-FFF2-40B4-BE49-F238E27FC236}">
                      <a16:creationId xmlns:a16="http://schemas.microsoft.com/office/drawing/2014/main" id="{B423B66C-E25F-C3B1-0B96-E70CFADF626D}"/>
                    </a:ext>
                  </a:extLst>
                </p:cNvPr>
                <p:cNvSpPr/>
                <p:nvPr/>
              </p:nvSpPr>
              <p:spPr>
                <a:xfrm>
                  <a:off x="8850921" y="4577994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4" name="Freeform 1173">
                  <a:extLst>
                    <a:ext uri="{FF2B5EF4-FFF2-40B4-BE49-F238E27FC236}">
                      <a16:creationId xmlns:a16="http://schemas.microsoft.com/office/drawing/2014/main" id="{DD9264FE-5A2A-A940-46AC-C597CBD1E624}"/>
                    </a:ext>
                  </a:extLst>
                </p:cNvPr>
                <p:cNvSpPr/>
                <p:nvPr/>
              </p:nvSpPr>
              <p:spPr>
                <a:xfrm>
                  <a:off x="8850921" y="4317451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5" name="Freeform 1174">
                  <a:extLst>
                    <a:ext uri="{FF2B5EF4-FFF2-40B4-BE49-F238E27FC236}">
                      <a16:creationId xmlns:a16="http://schemas.microsoft.com/office/drawing/2014/main" id="{631629FF-A069-C0A1-D406-0886C90F9CE4}"/>
                    </a:ext>
                  </a:extLst>
                </p:cNvPr>
                <p:cNvSpPr/>
                <p:nvPr/>
              </p:nvSpPr>
              <p:spPr>
                <a:xfrm>
                  <a:off x="8850921" y="4056908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6" name="Freeform 1175">
                  <a:extLst>
                    <a:ext uri="{FF2B5EF4-FFF2-40B4-BE49-F238E27FC236}">
                      <a16:creationId xmlns:a16="http://schemas.microsoft.com/office/drawing/2014/main" id="{6FE4EA0A-5018-3236-2E34-612DEB444A35}"/>
                    </a:ext>
                  </a:extLst>
                </p:cNvPr>
                <p:cNvSpPr/>
                <p:nvPr/>
              </p:nvSpPr>
              <p:spPr>
                <a:xfrm>
                  <a:off x="8850921" y="3796364"/>
                  <a:ext cx="816213" cy="4064"/>
                </a:xfrm>
                <a:custGeom>
                  <a:avLst/>
                  <a:gdLst>
                    <a:gd name="connsiteX0" fmla="*/ 0 w 816213"/>
                    <a:gd name="connsiteY0" fmla="*/ 0 h 4064"/>
                    <a:gd name="connsiteX1" fmla="*/ 816214 w 816213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13" h="4064">
                      <a:moveTo>
                        <a:pt x="0" y="0"/>
                      </a:moveTo>
                      <a:lnTo>
                        <a:pt x="81621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7" name="Freeform 1176">
                  <a:extLst>
                    <a:ext uri="{FF2B5EF4-FFF2-40B4-BE49-F238E27FC236}">
                      <a16:creationId xmlns:a16="http://schemas.microsoft.com/office/drawing/2014/main" id="{5AAB43B6-5159-AC43-BFBF-2CB4EC17875B}"/>
                    </a:ext>
                  </a:extLst>
                </p:cNvPr>
                <p:cNvSpPr/>
                <p:nvPr/>
              </p:nvSpPr>
              <p:spPr>
                <a:xfrm>
                  <a:off x="8850921" y="3835460"/>
                  <a:ext cx="816213" cy="459069"/>
                </a:xfrm>
                <a:custGeom>
                  <a:avLst/>
                  <a:gdLst>
                    <a:gd name="connsiteX0" fmla="*/ 0 w 816213"/>
                    <a:gd name="connsiteY0" fmla="*/ 5202 h 459069"/>
                    <a:gd name="connsiteX1" fmla="*/ 35479 w 816213"/>
                    <a:gd name="connsiteY1" fmla="*/ 0 h 459069"/>
                    <a:gd name="connsiteX2" fmla="*/ 70958 w 816213"/>
                    <a:gd name="connsiteY2" fmla="*/ 772 h 459069"/>
                    <a:gd name="connsiteX3" fmla="*/ 106436 w 816213"/>
                    <a:gd name="connsiteY3" fmla="*/ 1016 h 459069"/>
                    <a:gd name="connsiteX4" fmla="*/ 141955 w 816213"/>
                    <a:gd name="connsiteY4" fmla="*/ 4917 h 459069"/>
                    <a:gd name="connsiteX5" fmla="*/ 177434 w 816213"/>
                    <a:gd name="connsiteY5" fmla="*/ 17963 h 459069"/>
                    <a:gd name="connsiteX6" fmla="*/ 212913 w 816213"/>
                    <a:gd name="connsiteY6" fmla="*/ 159431 h 459069"/>
                    <a:gd name="connsiteX7" fmla="*/ 248392 w 816213"/>
                    <a:gd name="connsiteY7" fmla="*/ 415544 h 459069"/>
                    <a:gd name="connsiteX8" fmla="*/ 283911 w 816213"/>
                    <a:gd name="connsiteY8" fmla="*/ 458541 h 459069"/>
                    <a:gd name="connsiteX9" fmla="*/ 319390 w 816213"/>
                    <a:gd name="connsiteY9" fmla="*/ 455940 h 459069"/>
                    <a:gd name="connsiteX10" fmla="*/ 354869 w 816213"/>
                    <a:gd name="connsiteY10" fmla="*/ 450454 h 459069"/>
                    <a:gd name="connsiteX11" fmla="*/ 390347 w 816213"/>
                    <a:gd name="connsiteY11" fmla="*/ 447081 h 459069"/>
                    <a:gd name="connsiteX12" fmla="*/ 425867 w 816213"/>
                    <a:gd name="connsiteY12" fmla="*/ 452039 h 459069"/>
                    <a:gd name="connsiteX13" fmla="*/ 461345 w 816213"/>
                    <a:gd name="connsiteY13" fmla="*/ 459069 h 459069"/>
                    <a:gd name="connsiteX14" fmla="*/ 496824 w 816213"/>
                    <a:gd name="connsiteY14" fmla="*/ 435092 h 459069"/>
                    <a:gd name="connsiteX15" fmla="*/ 532303 w 816213"/>
                    <a:gd name="connsiteY15" fmla="*/ 202672 h 459069"/>
                    <a:gd name="connsiteX16" fmla="*/ 567822 w 816213"/>
                    <a:gd name="connsiteY16" fmla="*/ 138054 h 459069"/>
                    <a:gd name="connsiteX17" fmla="*/ 603301 w 816213"/>
                    <a:gd name="connsiteY17" fmla="*/ 151628 h 459069"/>
                    <a:gd name="connsiteX18" fmla="*/ 638780 w 816213"/>
                    <a:gd name="connsiteY18" fmla="*/ 153700 h 459069"/>
                    <a:gd name="connsiteX19" fmla="*/ 674258 w 816213"/>
                    <a:gd name="connsiteY19" fmla="*/ 148742 h 459069"/>
                    <a:gd name="connsiteX20" fmla="*/ 709778 w 816213"/>
                    <a:gd name="connsiteY20" fmla="*/ 129723 h 459069"/>
                    <a:gd name="connsiteX21" fmla="*/ 745256 w 816213"/>
                    <a:gd name="connsiteY21" fmla="*/ 97942 h 459069"/>
                    <a:gd name="connsiteX22" fmla="*/ 780735 w 816213"/>
                    <a:gd name="connsiteY22" fmla="*/ 63033 h 459069"/>
                    <a:gd name="connsiteX23" fmla="*/ 816214 w 816213"/>
                    <a:gd name="connsiteY23" fmla="*/ 28651 h 4590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459069">
                      <a:moveTo>
                        <a:pt x="0" y="5202"/>
                      </a:moveTo>
                      <a:lnTo>
                        <a:pt x="35479" y="0"/>
                      </a:lnTo>
                      <a:lnTo>
                        <a:pt x="70958" y="772"/>
                      </a:lnTo>
                      <a:lnTo>
                        <a:pt x="106436" y="1016"/>
                      </a:lnTo>
                      <a:lnTo>
                        <a:pt x="141955" y="4917"/>
                      </a:lnTo>
                      <a:lnTo>
                        <a:pt x="177434" y="17963"/>
                      </a:lnTo>
                      <a:lnTo>
                        <a:pt x="212913" y="159431"/>
                      </a:lnTo>
                      <a:lnTo>
                        <a:pt x="248392" y="415544"/>
                      </a:lnTo>
                      <a:lnTo>
                        <a:pt x="283911" y="458541"/>
                      </a:lnTo>
                      <a:lnTo>
                        <a:pt x="319390" y="455940"/>
                      </a:lnTo>
                      <a:lnTo>
                        <a:pt x="354869" y="450454"/>
                      </a:lnTo>
                      <a:lnTo>
                        <a:pt x="390347" y="447081"/>
                      </a:lnTo>
                      <a:lnTo>
                        <a:pt x="425867" y="452039"/>
                      </a:lnTo>
                      <a:lnTo>
                        <a:pt x="461345" y="459069"/>
                      </a:lnTo>
                      <a:lnTo>
                        <a:pt x="496824" y="435092"/>
                      </a:lnTo>
                      <a:lnTo>
                        <a:pt x="532303" y="202672"/>
                      </a:lnTo>
                      <a:lnTo>
                        <a:pt x="567822" y="138054"/>
                      </a:lnTo>
                      <a:lnTo>
                        <a:pt x="603301" y="151628"/>
                      </a:lnTo>
                      <a:lnTo>
                        <a:pt x="638780" y="153700"/>
                      </a:lnTo>
                      <a:lnTo>
                        <a:pt x="674258" y="148742"/>
                      </a:lnTo>
                      <a:lnTo>
                        <a:pt x="709778" y="129723"/>
                      </a:lnTo>
                      <a:lnTo>
                        <a:pt x="745256" y="97942"/>
                      </a:lnTo>
                      <a:lnTo>
                        <a:pt x="780735" y="63033"/>
                      </a:lnTo>
                      <a:lnTo>
                        <a:pt x="816214" y="28651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8" name="Freeform 1177">
                  <a:extLst>
                    <a:ext uri="{FF2B5EF4-FFF2-40B4-BE49-F238E27FC236}">
                      <a16:creationId xmlns:a16="http://schemas.microsoft.com/office/drawing/2014/main" id="{2C71E41C-48C4-B5E3-0579-0643B041738F}"/>
                    </a:ext>
                  </a:extLst>
                </p:cNvPr>
                <p:cNvSpPr/>
                <p:nvPr/>
              </p:nvSpPr>
              <p:spPr>
                <a:xfrm>
                  <a:off x="8850921" y="4106935"/>
                  <a:ext cx="816213" cy="274889"/>
                </a:xfrm>
                <a:custGeom>
                  <a:avLst/>
                  <a:gdLst>
                    <a:gd name="connsiteX0" fmla="*/ 0 w 816213"/>
                    <a:gd name="connsiteY0" fmla="*/ 13533 h 274889"/>
                    <a:gd name="connsiteX1" fmla="*/ 35479 w 816213"/>
                    <a:gd name="connsiteY1" fmla="*/ 8331 h 274889"/>
                    <a:gd name="connsiteX2" fmla="*/ 70958 w 816213"/>
                    <a:gd name="connsiteY2" fmla="*/ 3658 h 274889"/>
                    <a:gd name="connsiteX3" fmla="*/ 106436 w 816213"/>
                    <a:gd name="connsiteY3" fmla="*/ 0 h 274889"/>
                    <a:gd name="connsiteX4" fmla="*/ 141955 w 816213"/>
                    <a:gd name="connsiteY4" fmla="*/ 2845 h 274889"/>
                    <a:gd name="connsiteX5" fmla="*/ 177434 w 816213"/>
                    <a:gd name="connsiteY5" fmla="*/ 2601 h 274889"/>
                    <a:gd name="connsiteX6" fmla="*/ 212913 w 816213"/>
                    <a:gd name="connsiteY6" fmla="*/ 105786 h 274889"/>
                    <a:gd name="connsiteX7" fmla="*/ 248392 w 816213"/>
                    <a:gd name="connsiteY7" fmla="*/ 246482 h 274889"/>
                    <a:gd name="connsiteX8" fmla="*/ 283911 w 816213"/>
                    <a:gd name="connsiteY8" fmla="*/ 274605 h 274889"/>
                    <a:gd name="connsiteX9" fmla="*/ 319390 w 816213"/>
                    <a:gd name="connsiteY9" fmla="*/ 274889 h 274889"/>
                    <a:gd name="connsiteX10" fmla="*/ 354869 w 816213"/>
                    <a:gd name="connsiteY10" fmla="*/ 270703 h 274889"/>
                    <a:gd name="connsiteX11" fmla="*/ 390347 w 816213"/>
                    <a:gd name="connsiteY11" fmla="*/ 267330 h 274889"/>
                    <a:gd name="connsiteX12" fmla="*/ 425867 w 816213"/>
                    <a:gd name="connsiteY12" fmla="*/ 270703 h 274889"/>
                    <a:gd name="connsiteX13" fmla="*/ 461345 w 816213"/>
                    <a:gd name="connsiteY13" fmla="*/ 272776 h 274889"/>
                    <a:gd name="connsiteX14" fmla="*/ 496824 w 816213"/>
                    <a:gd name="connsiteY14" fmla="*/ 258714 h 274889"/>
                    <a:gd name="connsiteX15" fmla="*/ 532303 w 816213"/>
                    <a:gd name="connsiteY15" fmla="*/ 108387 h 274889"/>
                    <a:gd name="connsiteX16" fmla="*/ 567822 w 816213"/>
                    <a:gd name="connsiteY16" fmla="*/ 59131 h 274889"/>
                    <a:gd name="connsiteX17" fmla="*/ 603301 w 816213"/>
                    <a:gd name="connsiteY17" fmla="*/ 75021 h 274889"/>
                    <a:gd name="connsiteX18" fmla="*/ 638780 w 816213"/>
                    <a:gd name="connsiteY18" fmla="*/ 76322 h 274889"/>
                    <a:gd name="connsiteX19" fmla="*/ 674258 w 816213"/>
                    <a:gd name="connsiteY19" fmla="*/ 72705 h 274889"/>
                    <a:gd name="connsiteX20" fmla="*/ 709778 w 816213"/>
                    <a:gd name="connsiteY20" fmla="*/ 63033 h 274889"/>
                    <a:gd name="connsiteX21" fmla="*/ 745256 w 816213"/>
                    <a:gd name="connsiteY21" fmla="*/ 63033 h 274889"/>
                    <a:gd name="connsiteX22" fmla="*/ 780735 w 816213"/>
                    <a:gd name="connsiteY22" fmla="*/ 46899 h 274889"/>
                    <a:gd name="connsiteX23" fmla="*/ 816214 w 816213"/>
                    <a:gd name="connsiteY23" fmla="*/ 29952 h 274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274889">
                      <a:moveTo>
                        <a:pt x="0" y="13533"/>
                      </a:moveTo>
                      <a:lnTo>
                        <a:pt x="35479" y="8331"/>
                      </a:lnTo>
                      <a:lnTo>
                        <a:pt x="70958" y="3658"/>
                      </a:lnTo>
                      <a:lnTo>
                        <a:pt x="106436" y="0"/>
                      </a:lnTo>
                      <a:lnTo>
                        <a:pt x="141955" y="2845"/>
                      </a:lnTo>
                      <a:lnTo>
                        <a:pt x="177434" y="2601"/>
                      </a:lnTo>
                      <a:lnTo>
                        <a:pt x="212913" y="105786"/>
                      </a:lnTo>
                      <a:lnTo>
                        <a:pt x="248392" y="246482"/>
                      </a:lnTo>
                      <a:lnTo>
                        <a:pt x="283911" y="274605"/>
                      </a:lnTo>
                      <a:lnTo>
                        <a:pt x="319390" y="274889"/>
                      </a:lnTo>
                      <a:lnTo>
                        <a:pt x="354869" y="270703"/>
                      </a:lnTo>
                      <a:lnTo>
                        <a:pt x="390347" y="267330"/>
                      </a:lnTo>
                      <a:lnTo>
                        <a:pt x="425867" y="270703"/>
                      </a:lnTo>
                      <a:lnTo>
                        <a:pt x="461345" y="272776"/>
                      </a:lnTo>
                      <a:lnTo>
                        <a:pt x="496824" y="258714"/>
                      </a:lnTo>
                      <a:lnTo>
                        <a:pt x="532303" y="108387"/>
                      </a:lnTo>
                      <a:lnTo>
                        <a:pt x="567822" y="59131"/>
                      </a:lnTo>
                      <a:lnTo>
                        <a:pt x="603301" y="75021"/>
                      </a:lnTo>
                      <a:lnTo>
                        <a:pt x="638780" y="76322"/>
                      </a:lnTo>
                      <a:lnTo>
                        <a:pt x="674258" y="72705"/>
                      </a:lnTo>
                      <a:lnTo>
                        <a:pt x="709778" y="63033"/>
                      </a:lnTo>
                      <a:lnTo>
                        <a:pt x="745256" y="63033"/>
                      </a:lnTo>
                      <a:lnTo>
                        <a:pt x="780735" y="46899"/>
                      </a:lnTo>
                      <a:lnTo>
                        <a:pt x="816214" y="29952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79" name="Freeform 1178">
                  <a:extLst>
                    <a:ext uri="{FF2B5EF4-FFF2-40B4-BE49-F238E27FC236}">
                      <a16:creationId xmlns:a16="http://schemas.microsoft.com/office/drawing/2014/main" id="{2A4192A9-0362-B370-4361-9CFC0F2E3906}"/>
                    </a:ext>
                  </a:extLst>
                </p:cNvPr>
                <p:cNvSpPr/>
                <p:nvPr/>
              </p:nvSpPr>
              <p:spPr>
                <a:xfrm>
                  <a:off x="8850921" y="4367722"/>
                  <a:ext cx="816213" cy="156098"/>
                </a:xfrm>
                <a:custGeom>
                  <a:avLst/>
                  <a:gdLst>
                    <a:gd name="connsiteX0" fmla="*/ 0 w 816213"/>
                    <a:gd name="connsiteY0" fmla="*/ 19832 h 156098"/>
                    <a:gd name="connsiteX1" fmla="*/ 35479 w 816213"/>
                    <a:gd name="connsiteY1" fmla="*/ 8087 h 156098"/>
                    <a:gd name="connsiteX2" fmla="*/ 70958 w 816213"/>
                    <a:gd name="connsiteY2" fmla="*/ 0 h 156098"/>
                    <a:gd name="connsiteX3" fmla="*/ 106436 w 816213"/>
                    <a:gd name="connsiteY3" fmla="*/ 284 h 156098"/>
                    <a:gd name="connsiteX4" fmla="*/ 141955 w 816213"/>
                    <a:gd name="connsiteY4" fmla="*/ 4714 h 156098"/>
                    <a:gd name="connsiteX5" fmla="*/ 177434 w 816213"/>
                    <a:gd name="connsiteY5" fmla="*/ 10444 h 156098"/>
                    <a:gd name="connsiteX6" fmla="*/ 212913 w 816213"/>
                    <a:gd name="connsiteY6" fmla="*/ 96154 h 156098"/>
                    <a:gd name="connsiteX7" fmla="*/ 248392 w 816213"/>
                    <a:gd name="connsiteY7" fmla="*/ 145410 h 156098"/>
                    <a:gd name="connsiteX8" fmla="*/ 283911 w 816213"/>
                    <a:gd name="connsiteY8" fmla="*/ 155042 h 156098"/>
                    <a:gd name="connsiteX9" fmla="*/ 319390 w 816213"/>
                    <a:gd name="connsiteY9" fmla="*/ 156098 h 156098"/>
                    <a:gd name="connsiteX10" fmla="*/ 354869 w 816213"/>
                    <a:gd name="connsiteY10" fmla="*/ 155285 h 156098"/>
                    <a:gd name="connsiteX11" fmla="*/ 390347 w 816213"/>
                    <a:gd name="connsiteY11" fmla="*/ 154798 h 156098"/>
                    <a:gd name="connsiteX12" fmla="*/ 425867 w 816213"/>
                    <a:gd name="connsiteY12" fmla="*/ 155570 h 156098"/>
                    <a:gd name="connsiteX13" fmla="*/ 461345 w 816213"/>
                    <a:gd name="connsiteY13" fmla="*/ 155042 h 156098"/>
                    <a:gd name="connsiteX14" fmla="*/ 496824 w 816213"/>
                    <a:gd name="connsiteY14" fmla="*/ 150612 h 156098"/>
                    <a:gd name="connsiteX15" fmla="*/ 532303 w 816213"/>
                    <a:gd name="connsiteY15" fmla="*/ 67503 h 156098"/>
                    <a:gd name="connsiteX16" fmla="*/ 567822 w 816213"/>
                    <a:gd name="connsiteY16" fmla="*/ 54986 h 156098"/>
                    <a:gd name="connsiteX17" fmla="*/ 603301 w 816213"/>
                    <a:gd name="connsiteY17" fmla="*/ 61773 h 156098"/>
                    <a:gd name="connsiteX18" fmla="*/ 638780 w 816213"/>
                    <a:gd name="connsiteY18" fmla="*/ 63073 h 156098"/>
                    <a:gd name="connsiteX19" fmla="*/ 674258 w 816213"/>
                    <a:gd name="connsiteY19" fmla="*/ 65430 h 156098"/>
                    <a:gd name="connsiteX20" fmla="*/ 709778 w 816213"/>
                    <a:gd name="connsiteY20" fmla="*/ 63073 h 156098"/>
                    <a:gd name="connsiteX21" fmla="*/ 745256 w 816213"/>
                    <a:gd name="connsiteY21" fmla="*/ 54458 h 156098"/>
                    <a:gd name="connsiteX22" fmla="*/ 780735 w 816213"/>
                    <a:gd name="connsiteY22" fmla="*/ 47427 h 156098"/>
                    <a:gd name="connsiteX23" fmla="*/ 816214 w 816213"/>
                    <a:gd name="connsiteY23" fmla="*/ 35438 h 1560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13" h="156098">
                      <a:moveTo>
                        <a:pt x="0" y="19832"/>
                      </a:moveTo>
                      <a:lnTo>
                        <a:pt x="35479" y="8087"/>
                      </a:lnTo>
                      <a:lnTo>
                        <a:pt x="70958" y="0"/>
                      </a:lnTo>
                      <a:lnTo>
                        <a:pt x="106436" y="284"/>
                      </a:lnTo>
                      <a:lnTo>
                        <a:pt x="141955" y="4714"/>
                      </a:lnTo>
                      <a:lnTo>
                        <a:pt x="177434" y="10444"/>
                      </a:lnTo>
                      <a:lnTo>
                        <a:pt x="212913" y="96154"/>
                      </a:lnTo>
                      <a:lnTo>
                        <a:pt x="248392" y="145410"/>
                      </a:lnTo>
                      <a:lnTo>
                        <a:pt x="283911" y="155042"/>
                      </a:lnTo>
                      <a:lnTo>
                        <a:pt x="319390" y="156098"/>
                      </a:lnTo>
                      <a:lnTo>
                        <a:pt x="354869" y="155285"/>
                      </a:lnTo>
                      <a:lnTo>
                        <a:pt x="390347" y="154798"/>
                      </a:lnTo>
                      <a:lnTo>
                        <a:pt x="425867" y="155570"/>
                      </a:lnTo>
                      <a:lnTo>
                        <a:pt x="461345" y="155042"/>
                      </a:lnTo>
                      <a:lnTo>
                        <a:pt x="496824" y="150612"/>
                      </a:lnTo>
                      <a:lnTo>
                        <a:pt x="532303" y="67503"/>
                      </a:lnTo>
                      <a:lnTo>
                        <a:pt x="567822" y="54986"/>
                      </a:lnTo>
                      <a:lnTo>
                        <a:pt x="603301" y="61773"/>
                      </a:lnTo>
                      <a:lnTo>
                        <a:pt x="638780" y="63073"/>
                      </a:lnTo>
                      <a:lnTo>
                        <a:pt x="674258" y="65430"/>
                      </a:lnTo>
                      <a:lnTo>
                        <a:pt x="709778" y="63073"/>
                      </a:lnTo>
                      <a:lnTo>
                        <a:pt x="745256" y="54458"/>
                      </a:lnTo>
                      <a:lnTo>
                        <a:pt x="780735" y="47427"/>
                      </a:lnTo>
                      <a:lnTo>
                        <a:pt x="816214" y="35438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0" name="Graphic 1095">
                <a:extLst>
                  <a:ext uri="{FF2B5EF4-FFF2-40B4-BE49-F238E27FC236}">
                    <a16:creationId xmlns:a16="http://schemas.microsoft.com/office/drawing/2014/main" id="{76EECDDF-DF1F-FAB6-FA1A-2AF53AE9DF27}"/>
                  </a:ext>
                </a:extLst>
              </p:cNvPr>
              <p:cNvGrpSpPr/>
              <p:nvPr/>
            </p:nvGrpSpPr>
            <p:grpSpPr>
              <a:xfrm>
                <a:off x="9689406" y="2788289"/>
                <a:ext cx="816254" cy="781629"/>
                <a:chOff x="9689406" y="2788289"/>
                <a:chExt cx="816254" cy="781629"/>
              </a:xfrm>
              <a:noFill/>
            </p:grpSpPr>
            <p:sp>
              <p:nvSpPr>
                <p:cNvPr id="1181" name="Freeform 1180">
                  <a:extLst>
                    <a:ext uri="{FF2B5EF4-FFF2-40B4-BE49-F238E27FC236}">
                      <a16:creationId xmlns:a16="http://schemas.microsoft.com/office/drawing/2014/main" id="{44881FBE-70AB-613E-9139-30A3752255A0}"/>
                    </a:ext>
                  </a:extLst>
                </p:cNvPr>
                <p:cNvSpPr/>
                <p:nvPr/>
              </p:nvSpPr>
              <p:spPr>
                <a:xfrm>
                  <a:off x="9689406" y="3569919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2" name="Freeform 1181">
                  <a:extLst>
                    <a:ext uri="{FF2B5EF4-FFF2-40B4-BE49-F238E27FC236}">
                      <a16:creationId xmlns:a16="http://schemas.microsoft.com/office/drawing/2014/main" id="{A40DEEEF-898A-F87F-E24C-6F2DF13A7D01}"/>
                    </a:ext>
                  </a:extLst>
                </p:cNvPr>
                <p:cNvSpPr/>
                <p:nvPr/>
              </p:nvSpPr>
              <p:spPr>
                <a:xfrm>
                  <a:off x="9689406" y="3309375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3" name="Freeform 1182">
                  <a:extLst>
                    <a:ext uri="{FF2B5EF4-FFF2-40B4-BE49-F238E27FC236}">
                      <a16:creationId xmlns:a16="http://schemas.microsoft.com/office/drawing/2014/main" id="{137C147F-983C-F21D-4435-108865CC480F}"/>
                    </a:ext>
                  </a:extLst>
                </p:cNvPr>
                <p:cNvSpPr/>
                <p:nvPr/>
              </p:nvSpPr>
              <p:spPr>
                <a:xfrm>
                  <a:off x="9689406" y="3048832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4" name="Freeform 1183">
                  <a:extLst>
                    <a:ext uri="{FF2B5EF4-FFF2-40B4-BE49-F238E27FC236}">
                      <a16:creationId xmlns:a16="http://schemas.microsoft.com/office/drawing/2014/main" id="{A845AEAC-A20C-D326-3912-69B6CEF4EB7E}"/>
                    </a:ext>
                  </a:extLst>
                </p:cNvPr>
                <p:cNvSpPr/>
                <p:nvPr/>
              </p:nvSpPr>
              <p:spPr>
                <a:xfrm>
                  <a:off x="9689406" y="2788289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5" name="Freeform 1184">
                  <a:extLst>
                    <a:ext uri="{FF2B5EF4-FFF2-40B4-BE49-F238E27FC236}">
                      <a16:creationId xmlns:a16="http://schemas.microsoft.com/office/drawing/2014/main" id="{7B5FF38A-0AAF-9BD0-E955-C5A5343C3ABF}"/>
                    </a:ext>
                  </a:extLst>
                </p:cNvPr>
                <p:cNvSpPr/>
                <p:nvPr/>
              </p:nvSpPr>
              <p:spPr>
                <a:xfrm>
                  <a:off x="9689406" y="3073298"/>
                  <a:ext cx="816254" cy="454924"/>
                </a:xfrm>
                <a:custGeom>
                  <a:avLst/>
                  <a:gdLst>
                    <a:gd name="connsiteX0" fmla="*/ 0 w 816254"/>
                    <a:gd name="connsiteY0" fmla="*/ 143581 h 454924"/>
                    <a:gd name="connsiteX1" fmla="*/ 35479 w 816254"/>
                    <a:gd name="connsiteY1" fmla="*/ 148783 h 454924"/>
                    <a:gd name="connsiteX2" fmla="*/ 70998 w 816254"/>
                    <a:gd name="connsiteY2" fmla="*/ 136794 h 454924"/>
                    <a:gd name="connsiteX3" fmla="*/ 106477 w 816254"/>
                    <a:gd name="connsiteY3" fmla="*/ 121961 h 454924"/>
                    <a:gd name="connsiteX4" fmla="*/ 141955 w 816254"/>
                    <a:gd name="connsiteY4" fmla="*/ 187594 h 454924"/>
                    <a:gd name="connsiteX5" fmla="*/ 177434 w 816254"/>
                    <a:gd name="connsiteY5" fmla="*/ 417170 h 454924"/>
                    <a:gd name="connsiteX6" fmla="*/ 212953 w 816254"/>
                    <a:gd name="connsiteY6" fmla="*/ 442407 h 454924"/>
                    <a:gd name="connsiteX7" fmla="*/ 248432 w 816254"/>
                    <a:gd name="connsiteY7" fmla="*/ 449966 h 454924"/>
                    <a:gd name="connsiteX8" fmla="*/ 283911 w 816254"/>
                    <a:gd name="connsiteY8" fmla="*/ 452323 h 454924"/>
                    <a:gd name="connsiteX9" fmla="*/ 319390 w 816254"/>
                    <a:gd name="connsiteY9" fmla="*/ 453380 h 454924"/>
                    <a:gd name="connsiteX10" fmla="*/ 354909 w 816254"/>
                    <a:gd name="connsiteY10" fmla="*/ 454152 h 454924"/>
                    <a:gd name="connsiteX11" fmla="*/ 390388 w 816254"/>
                    <a:gd name="connsiteY11" fmla="*/ 454924 h 454924"/>
                    <a:gd name="connsiteX12" fmla="*/ 425866 w 816254"/>
                    <a:gd name="connsiteY12" fmla="*/ 454924 h 454924"/>
                    <a:gd name="connsiteX13" fmla="*/ 461345 w 816254"/>
                    <a:gd name="connsiteY13" fmla="*/ 454680 h 454924"/>
                    <a:gd name="connsiteX14" fmla="*/ 496864 w 816254"/>
                    <a:gd name="connsiteY14" fmla="*/ 454924 h 454924"/>
                    <a:gd name="connsiteX15" fmla="*/ 532343 w 816254"/>
                    <a:gd name="connsiteY15" fmla="*/ 454152 h 454924"/>
                    <a:gd name="connsiteX16" fmla="*/ 567822 w 816254"/>
                    <a:gd name="connsiteY16" fmla="*/ 449966 h 454924"/>
                    <a:gd name="connsiteX17" fmla="*/ 603301 w 816254"/>
                    <a:gd name="connsiteY17" fmla="*/ 268102 h 454924"/>
                    <a:gd name="connsiteX18" fmla="*/ 638820 w 816254"/>
                    <a:gd name="connsiteY18" fmla="*/ 3129 h 454924"/>
                    <a:gd name="connsiteX19" fmla="*/ 674299 w 816254"/>
                    <a:gd name="connsiteY19" fmla="*/ 0 h 454924"/>
                    <a:gd name="connsiteX20" fmla="*/ 709777 w 816254"/>
                    <a:gd name="connsiteY20" fmla="*/ 23205 h 454924"/>
                    <a:gd name="connsiteX21" fmla="*/ 745256 w 816254"/>
                    <a:gd name="connsiteY21" fmla="*/ 55514 h 454924"/>
                    <a:gd name="connsiteX22" fmla="*/ 780776 w 816254"/>
                    <a:gd name="connsiteY22" fmla="*/ 66975 h 454924"/>
                    <a:gd name="connsiteX23" fmla="*/ 816254 w 816254"/>
                    <a:gd name="connsiteY23" fmla="*/ 94610 h 454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454924">
                      <a:moveTo>
                        <a:pt x="0" y="143581"/>
                      </a:moveTo>
                      <a:lnTo>
                        <a:pt x="35479" y="148783"/>
                      </a:lnTo>
                      <a:lnTo>
                        <a:pt x="70998" y="136794"/>
                      </a:lnTo>
                      <a:lnTo>
                        <a:pt x="106477" y="121961"/>
                      </a:lnTo>
                      <a:lnTo>
                        <a:pt x="141955" y="187594"/>
                      </a:lnTo>
                      <a:lnTo>
                        <a:pt x="177434" y="417170"/>
                      </a:lnTo>
                      <a:lnTo>
                        <a:pt x="212953" y="442407"/>
                      </a:lnTo>
                      <a:lnTo>
                        <a:pt x="248432" y="449966"/>
                      </a:lnTo>
                      <a:lnTo>
                        <a:pt x="283911" y="452323"/>
                      </a:lnTo>
                      <a:lnTo>
                        <a:pt x="319390" y="453380"/>
                      </a:lnTo>
                      <a:lnTo>
                        <a:pt x="354909" y="454152"/>
                      </a:lnTo>
                      <a:lnTo>
                        <a:pt x="390388" y="454924"/>
                      </a:lnTo>
                      <a:lnTo>
                        <a:pt x="425866" y="454924"/>
                      </a:lnTo>
                      <a:lnTo>
                        <a:pt x="461345" y="454680"/>
                      </a:lnTo>
                      <a:lnTo>
                        <a:pt x="496864" y="454924"/>
                      </a:lnTo>
                      <a:lnTo>
                        <a:pt x="532343" y="454152"/>
                      </a:lnTo>
                      <a:lnTo>
                        <a:pt x="567822" y="449966"/>
                      </a:lnTo>
                      <a:lnTo>
                        <a:pt x="603301" y="268102"/>
                      </a:lnTo>
                      <a:lnTo>
                        <a:pt x="638820" y="3129"/>
                      </a:lnTo>
                      <a:lnTo>
                        <a:pt x="674299" y="0"/>
                      </a:lnTo>
                      <a:lnTo>
                        <a:pt x="709777" y="23205"/>
                      </a:lnTo>
                      <a:lnTo>
                        <a:pt x="745256" y="55514"/>
                      </a:lnTo>
                      <a:lnTo>
                        <a:pt x="780776" y="66975"/>
                      </a:lnTo>
                      <a:lnTo>
                        <a:pt x="816254" y="94610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6" name="Freeform 1185">
                  <a:extLst>
                    <a:ext uri="{FF2B5EF4-FFF2-40B4-BE49-F238E27FC236}">
                      <a16:creationId xmlns:a16="http://schemas.microsoft.com/office/drawing/2014/main" id="{84B020DE-3B74-2E68-C25D-85973B54A9F5}"/>
                    </a:ext>
                  </a:extLst>
                </p:cNvPr>
                <p:cNvSpPr/>
                <p:nvPr/>
              </p:nvSpPr>
              <p:spPr>
                <a:xfrm>
                  <a:off x="9689406" y="3236142"/>
                  <a:ext cx="816254" cy="322844"/>
                </a:xfrm>
                <a:custGeom>
                  <a:avLst/>
                  <a:gdLst>
                    <a:gd name="connsiteX0" fmla="*/ 0 w 816254"/>
                    <a:gd name="connsiteY0" fmla="*/ 258755 h 322844"/>
                    <a:gd name="connsiteX1" fmla="*/ 35479 w 816254"/>
                    <a:gd name="connsiteY1" fmla="*/ 267086 h 322844"/>
                    <a:gd name="connsiteX2" fmla="*/ 70998 w 816254"/>
                    <a:gd name="connsiteY2" fmla="*/ 261356 h 322844"/>
                    <a:gd name="connsiteX3" fmla="*/ 106477 w 816254"/>
                    <a:gd name="connsiteY3" fmla="*/ 257414 h 322844"/>
                    <a:gd name="connsiteX4" fmla="*/ 141955 w 816254"/>
                    <a:gd name="connsiteY4" fmla="*/ 269687 h 322844"/>
                    <a:gd name="connsiteX5" fmla="*/ 177434 w 816254"/>
                    <a:gd name="connsiteY5" fmla="*/ 307198 h 322844"/>
                    <a:gd name="connsiteX6" fmla="*/ 212953 w 816254"/>
                    <a:gd name="connsiteY6" fmla="*/ 313456 h 322844"/>
                    <a:gd name="connsiteX7" fmla="*/ 248432 w 816254"/>
                    <a:gd name="connsiteY7" fmla="*/ 316829 h 322844"/>
                    <a:gd name="connsiteX8" fmla="*/ 283911 w 816254"/>
                    <a:gd name="connsiteY8" fmla="*/ 318414 h 322844"/>
                    <a:gd name="connsiteX9" fmla="*/ 319390 w 816254"/>
                    <a:gd name="connsiteY9" fmla="*/ 319715 h 322844"/>
                    <a:gd name="connsiteX10" fmla="*/ 354909 w 816254"/>
                    <a:gd name="connsiteY10" fmla="*/ 320487 h 322844"/>
                    <a:gd name="connsiteX11" fmla="*/ 390388 w 816254"/>
                    <a:gd name="connsiteY11" fmla="*/ 321259 h 322844"/>
                    <a:gd name="connsiteX12" fmla="*/ 425866 w 816254"/>
                    <a:gd name="connsiteY12" fmla="*/ 321788 h 322844"/>
                    <a:gd name="connsiteX13" fmla="*/ 461345 w 816254"/>
                    <a:gd name="connsiteY13" fmla="*/ 322560 h 322844"/>
                    <a:gd name="connsiteX14" fmla="*/ 496864 w 816254"/>
                    <a:gd name="connsiteY14" fmla="*/ 322844 h 322844"/>
                    <a:gd name="connsiteX15" fmla="*/ 532343 w 816254"/>
                    <a:gd name="connsiteY15" fmla="*/ 322560 h 322844"/>
                    <a:gd name="connsiteX16" fmla="*/ 567822 w 816254"/>
                    <a:gd name="connsiteY16" fmla="*/ 320243 h 322844"/>
                    <a:gd name="connsiteX17" fmla="*/ 603301 w 816254"/>
                    <a:gd name="connsiteY17" fmla="*/ 278790 h 322844"/>
                    <a:gd name="connsiteX18" fmla="*/ 638820 w 816254"/>
                    <a:gd name="connsiteY18" fmla="*/ 0 h 322844"/>
                    <a:gd name="connsiteX19" fmla="*/ 674299 w 816254"/>
                    <a:gd name="connsiteY19" fmla="*/ 5730 h 322844"/>
                    <a:gd name="connsiteX20" fmla="*/ 709777 w 816254"/>
                    <a:gd name="connsiteY20" fmla="*/ 56815 h 322844"/>
                    <a:gd name="connsiteX21" fmla="*/ 745256 w 816254"/>
                    <a:gd name="connsiteY21" fmla="*/ 87051 h 322844"/>
                    <a:gd name="connsiteX22" fmla="*/ 780776 w 816254"/>
                    <a:gd name="connsiteY22" fmla="*/ 155570 h 322844"/>
                    <a:gd name="connsiteX23" fmla="*/ 816254 w 816254"/>
                    <a:gd name="connsiteY23" fmla="*/ 194137 h 3228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322844">
                      <a:moveTo>
                        <a:pt x="0" y="258755"/>
                      </a:moveTo>
                      <a:lnTo>
                        <a:pt x="35479" y="267086"/>
                      </a:lnTo>
                      <a:lnTo>
                        <a:pt x="70998" y="261356"/>
                      </a:lnTo>
                      <a:lnTo>
                        <a:pt x="106477" y="257414"/>
                      </a:lnTo>
                      <a:lnTo>
                        <a:pt x="141955" y="269687"/>
                      </a:lnTo>
                      <a:lnTo>
                        <a:pt x="177434" y="307198"/>
                      </a:lnTo>
                      <a:lnTo>
                        <a:pt x="212953" y="313456"/>
                      </a:lnTo>
                      <a:lnTo>
                        <a:pt x="248432" y="316829"/>
                      </a:lnTo>
                      <a:lnTo>
                        <a:pt x="283911" y="318414"/>
                      </a:lnTo>
                      <a:lnTo>
                        <a:pt x="319390" y="319715"/>
                      </a:lnTo>
                      <a:lnTo>
                        <a:pt x="354909" y="320487"/>
                      </a:lnTo>
                      <a:lnTo>
                        <a:pt x="390388" y="321259"/>
                      </a:lnTo>
                      <a:lnTo>
                        <a:pt x="425866" y="321788"/>
                      </a:lnTo>
                      <a:lnTo>
                        <a:pt x="461345" y="322560"/>
                      </a:lnTo>
                      <a:lnTo>
                        <a:pt x="496864" y="322844"/>
                      </a:lnTo>
                      <a:lnTo>
                        <a:pt x="532343" y="322560"/>
                      </a:lnTo>
                      <a:lnTo>
                        <a:pt x="567822" y="320243"/>
                      </a:lnTo>
                      <a:lnTo>
                        <a:pt x="603301" y="278790"/>
                      </a:lnTo>
                      <a:lnTo>
                        <a:pt x="638820" y="0"/>
                      </a:lnTo>
                      <a:lnTo>
                        <a:pt x="674299" y="5730"/>
                      </a:lnTo>
                      <a:lnTo>
                        <a:pt x="709777" y="56815"/>
                      </a:lnTo>
                      <a:lnTo>
                        <a:pt x="745256" y="87051"/>
                      </a:lnTo>
                      <a:lnTo>
                        <a:pt x="780776" y="155570"/>
                      </a:lnTo>
                      <a:lnTo>
                        <a:pt x="816254" y="194137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87" name="Freeform 1186">
                  <a:extLst>
                    <a:ext uri="{FF2B5EF4-FFF2-40B4-BE49-F238E27FC236}">
                      <a16:creationId xmlns:a16="http://schemas.microsoft.com/office/drawing/2014/main" id="{D6F8422A-A21A-7CAB-1E12-365CC1F3EB5C}"/>
                    </a:ext>
                  </a:extLst>
                </p:cNvPr>
                <p:cNvSpPr/>
                <p:nvPr/>
              </p:nvSpPr>
              <p:spPr>
                <a:xfrm>
                  <a:off x="9689406" y="3425850"/>
                  <a:ext cx="816254" cy="143824"/>
                </a:xfrm>
                <a:custGeom>
                  <a:avLst/>
                  <a:gdLst>
                    <a:gd name="connsiteX0" fmla="*/ 0 w 816254"/>
                    <a:gd name="connsiteY0" fmla="*/ 135209 h 143824"/>
                    <a:gd name="connsiteX1" fmla="*/ 35479 w 816254"/>
                    <a:gd name="connsiteY1" fmla="*/ 136266 h 143824"/>
                    <a:gd name="connsiteX2" fmla="*/ 70998 w 816254"/>
                    <a:gd name="connsiteY2" fmla="*/ 135453 h 143824"/>
                    <a:gd name="connsiteX3" fmla="*/ 106477 w 816254"/>
                    <a:gd name="connsiteY3" fmla="*/ 134153 h 143824"/>
                    <a:gd name="connsiteX4" fmla="*/ 141955 w 816254"/>
                    <a:gd name="connsiteY4" fmla="*/ 135981 h 143824"/>
                    <a:gd name="connsiteX5" fmla="*/ 177434 w 816254"/>
                    <a:gd name="connsiteY5" fmla="*/ 143541 h 143824"/>
                    <a:gd name="connsiteX6" fmla="*/ 212953 w 816254"/>
                    <a:gd name="connsiteY6" fmla="*/ 143825 h 143824"/>
                    <a:gd name="connsiteX7" fmla="*/ 248432 w 816254"/>
                    <a:gd name="connsiteY7" fmla="*/ 143825 h 143824"/>
                    <a:gd name="connsiteX8" fmla="*/ 283911 w 816254"/>
                    <a:gd name="connsiteY8" fmla="*/ 143825 h 143824"/>
                    <a:gd name="connsiteX9" fmla="*/ 319390 w 816254"/>
                    <a:gd name="connsiteY9" fmla="*/ 143825 h 143824"/>
                    <a:gd name="connsiteX10" fmla="*/ 354909 w 816254"/>
                    <a:gd name="connsiteY10" fmla="*/ 143825 h 143824"/>
                    <a:gd name="connsiteX11" fmla="*/ 390388 w 816254"/>
                    <a:gd name="connsiteY11" fmla="*/ 143825 h 143824"/>
                    <a:gd name="connsiteX12" fmla="*/ 425866 w 816254"/>
                    <a:gd name="connsiteY12" fmla="*/ 143825 h 143824"/>
                    <a:gd name="connsiteX13" fmla="*/ 461345 w 816254"/>
                    <a:gd name="connsiteY13" fmla="*/ 143825 h 143824"/>
                    <a:gd name="connsiteX14" fmla="*/ 496864 w 816254"/>
                    <a:gd name="connsiteY14" fmla="*/ 143825 h 143824"/>
                    <a:gd name="connsiteX15" fmla="*/ 532343 w 816254"/>
                    <a:gd name="connsiteY15" fmla="*/ 143825 h 143824"/>
                    <a:gd name="connsiteX16" fmla="*/ 567822 w 816254"/>
                    <a:gd name="connsiteY16" fmla="*/ 143825 h 143824"/>
                    <a:gd name="connsiteX17" fmla="*/ 603301 w 816254"/>
                    <a:gd name="connsiteY17" fmla="*/ 140939 h 143824"/>
                    <a:gd name="connsiteX18" fmla="*/ 638820 w 816254"/>
                    <a:gd name="connsiteY18" fmla="*/ 12233 h 143824"/>
                    <a:gd name="connsiteX19" fmla="*/ 674299 w 816254"/>
                    <a:gd name="connsiteY19" fmla="*/ 0 h 143824"/>
                    <a:gd name="connsiteX20" fmla="*/ 709777 w 816254"/>
                    <a:gd name="connsiteY20" fmla="*/ 26822 h 143824"/>
                    <a:gd name="connsiteX21" fmla="*/ 745256 w 816254"/>
                    <a:gd name="connsiteY21" fmla="*/ 62260 h 143824"/>
                    <a:gd name="connsiteX22" fmla="*/ 780776 w 816254"/>
                    <a:gd name="connsiteY22" fmla="*/ 80752 h 143824"/>
                    <a:gd name="connsiteX23" fmla="*/ 816254 w 816254"/>
                    <a:gd name="connsiteY23" fmla="*/ 99771 h 1438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143824">
                      <a:moveTo>
                        <a:pt x="0" y="135209"/>
                      </a:moveTo>
                      <a:lnTo>
                        <a:pt x="35479" y="136266"/>
                      </a:lnTo>
                      <a:lnTo>
                        <a:pt x="70998" y="135453"/>
                      </a:lnTo>
                      <a:lnTo>
                        <a:pt x="106477" y="134153"/>
                      </a:lnTo>
                      <a:lnTo>
                        <a:pt x="141955" y="135981"/>
                      </a:lnTo>
                      <a:lnTo>
                        <a:pt x="177434" y="143541"/>
                      </a:lnTo>
                      <a:lnTo>
                        <a:pt x="212953" y="143825"/>
                      </a:lnTo>
                      <a:lnTo>
                        <a:pt x="248432" y="143825"/>
                      </a:lnTo>
                      <a:lnTo>
                        <a:pt x="283911" y="143825"/>
                      </a:lnTo>
                      <a:lnTo>
                        <a:pt x="319390" y="143825"/>
                      </a:lnTo>
                      <a:lnTo>
                        <a:pt x="354909" y="143825"/>
                      </a:lnTo>
                      <a:lnTo>
                        <a:pt x="390388" y="143825"/>
                      </a:lnTo>
                      <a:lnTo>
                        <a:pt x="425866" y="143825"/>
                      </a:lnTo>
                      <a:lnTo>
                        <a:pt x="461345" y="143825"/>
                      </a:lnTo>
                      <a:lnTo>
                        <a:pt x="496864" y="143825"/>
                      </a:lnTo>
                      <a:lnTo>
                        <a:pt x="532343" y="143825"/>
                      </a:lnTo>
                      <a:lnTo>
                        <a:pt x="567822" y="143825"/>
                      </a:lnTo>
                      <a:lnTo>
                        <a:pt x="603301" y="140939"/>
                      </a:lnTo>
                      <a:lnTo>
                        <a:pt x="638820" y="12233"/>
                      </a:lnTo>
                      <a:lnTo>
                        <a:pt x="674299" y="0"/>
                      </a:lnTo>
                      <a:lnTo>
                        <a:pt x="709777" y="26822"/>
                      </a:lnTo>
                      <a:lnTo>
                        <a:pt x="745256" y="62260"/>
                      </a:lnTo>
                      <a:lnTo>
                        <a:pt x="780776" y="80752"/>
                      </a:lnTo>
                      <a:lnTo>
                        <a:pt x="816254" y="99771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88" name="Graphic 1095">
                <a:extLst>
                  <a:ext uri="{FF2B5EF4-FFF2-40B4-BE49-F238E27FC236}">
                    <a16:creationId xmlns:a16="http://schemas.microsoft.com/office/drawing/2014/main" id="{55795033-1BDB-0E46-324C-42E74F81DAFA}"/>
                  </a:ext>
                </a:extLst>
              </p:cNvPr>
              <p:cNvGrpSpPr/>
              <p:nvPr/>
            </p:nvGrpSpPr>
            <p:grpSpPr>
              <a:xfrm>
                <a:off x="9689406" y="3767185"/>
                <a:ext cx="816254" cy="810808"/>
                <a:chOff x="9689406" y="3767185"/>
                <a:chExt cx="816254" cy="810808"/>
              </a:xfrm>
              <a:noFill/>
            </p:grpSpPr>
            <p:sp>
              <p:nvSpPr>
                <p:cNvPr id="1189" name="Freeform 1188">
                  <a:extLst>
                    <a:ext uri="{FF2B5EF4-FFF2-40B4-BE49-F238E27FC236}">
                      <a16:creationId xmlns:a16="http://schemas.microsoft.com/office/drawing/2014/main" id="{D0796390-D0BB-31CD-BCA8-5E4622103E7D}"/>
                    </a:ext>
                  </a:extLst>
                </p:cNvPr>
                <p:cNvSpPr/>
                <p:nvPr/>
              </p:nvSpPr>
              <p:spPr>
                <a:xfrm>
                  <a:off x="9689406" y="4577994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0" name="Freeform 1189">
                  <a:extLst>
                    <a:ext uri="{FF2B5EF4-FFF2-40B4-BE49-F238E27FC236}">
                      <a16:creationId xmlns:a16="http://schemas.microsoft.com/office/drawing/2014/main" id="{9A905724-95BD-F0C7-2593-4BEED2DFB5CA}"/>
                    </a:ext>
                  </a:extLst>
                </p:cNvPr>
                <p:cNvSpPr/>
                <p:nvPr/>
              </p:nvSpPr>
              <p:spPr>
                <a:xfrm>
                  <a:off x="9689406" y="4317451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1" name="Freeform 1190">
                  <a:extLst>
                    <a:ext uri="{FF2B5EF4-FFF2-40B4-BE49-F238E27FC236}">
                      <a16:creationId xmlns:a16="http://schemas.microsoft.com/office/drawing/2014/main" id="{C401D405-3B08-E684-30D0-F5874B3FFD6C}"/>
                    </a:ext>
                  </a:extLst>
                </p:cNvPr>
                <p:cNvSpPr/>
                <p:nvPr/>
              </p:nvSpPr>
              <p:spPr>
                <a:xfrm>
                  <a:off x="9689406" y="4056908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2" name="Freeform 1191">
                  <a:extLst>
                    <a:ext uri="{FF2B5EF4-FFF2-40B4-BE49-F238E27FC236}">
                      <a16:creationId xmlns:a16="http://schemas.microsoft.com/office/drawing/2014/main" id="{8404AAAE-6FB4-7461-D1E3-D38E1EC0E429}"/>
                    </a:ext>
                  </a:extLst>
                </p:cNvPr>
                <p:cNvSpPr/>
                <p:nvPr/>
              </p:nvSpPr>
              <p:spPr>
                <a:xfrm>
                  <a:off x="9689406" y="3796364"/>
                  <a:ext cx="816254" cy="4064"/>
                </a:xfrm>
                <a:custGeom>
                  <a:avLst/>
                  <a:gdLst>
                    <a:gd name="connsiteX0" fmla="*/ 0 w 816254"/>
                    <a:gd name="connsiteY0" fmla="*/ 0 h 4064"/>
                    <a:gd name="connsiteX1" fmla="*/ 816254 w 816254"/>
                    <a:gd name="connsiteY1" fmla="*/ 0 h 40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16254" h="4064">
                      <a:moveTo>
                        <a:pt x="0" y="0"/>
                      </a:moveTo>
                      <a:lnTo>
                        <a:pt x="816254" y="0"/>
                      </a:lnTo>
                    </a:path>
                  </a:pathLst>
                </a:custGeom>
                <a:noFill/>
                <a:ln w="2150" cap="flat">
                  <a:solidFill>
                    <a:srgbClr val="CCCCCC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3" name="Freeform 1192">
                  <a:extLst>
                    <a:ext uri="{FF2B5EF4-FFF2-40B4-BE49-F238E27FC236}">
                      <a16:creationId xmlns:a16="http://schemas.microsoft.com/office/drawing/2014/main" id="{2F7E7FA9-84D8-881B-4AA0-2BBA795B905D}"/>
                    </a:ext>
                  </a:extLst>
                </p:cNvPr>
                <p:cNvSpPr/>
                <p:nvPr/>
              </p:nvSpPr>
              <p:spPr>
                <a:xfrm>
                  <a:off x="9689406" y="3767185"/>
                  <a:ext cx="816254" cy="419729"/>
                </a:xfrm>
                <a:custGeom>
                  <a:avLst/>
                  <a:gdLst>
                    <a:gd name="connsiteX0" fmla="*/ 0 w 816254"/>
                    <a:gd name="connsiteY0" fmla="*/ 29423 h 419729"/>
                    <a:gd name="connsiteX1" fmla="*/ 35479 w 816254"/>
                    <a:gd name="connsiteY1" fmla="*/ 11989 h 419729"/>
                    <a:gd name="connsiteX2" fmla="*/ 70998 w 816254"/>
                    <a:gd name="connsiteY2" fmla="*/ 3129 h 419729"/>
                    <a:gd name="connsiteX3" fmla="*/ 106477 w 816254"/>
                    <a:gd name="connsiteY3" fmla="*/ 0 h 419729"/>
                    <a:gd name="connsiteX4" fmla="*/ 141955 w 816254"/>
                    <a:gd name="connsiteY4" fmla="*/ 10688 h 419729"/>
                    <a:gd name="connsiteX5" fmla="*/ 177434 w 816254"/>
                    <a:gd name="connsiteY5" fmla="*/ 38283 h 419729"/>
                    <a:gd name="connsiteX6" fmla="*/ 212953 w 816254"/>
                    <a:gd name="connsiteY6" fmla="*/ 75794 h 419729"/>
                    <a:gd name="connsiteX7" fmla="*/ 248432 w 816254"/>
                    <a:gd name="connsiteY7" fmla="*/ 267046 h 419729"/>
                    <a:gd name="connsiteX8" fmla="*/ 283911 w 816254"/>
                    <a:gd name="connsiteY8" fmla="*/ 410870 h 419729"/>
                    <a:gd name="connsiteX9" fmla="*/ 319390 w 816254"/>
                    <a:gd name="connsiteY9" fmla="*/ 419730 h 419729"/>
                    <a:gd name="connsiteX10" fmla="*/ 354909 w 816254"/>
                    <a:gd name="connsiteY10" fmla="*/ 408513 h 419729"/>
                    <a:gd name="connsiteX11" fmla="*/ 390388 w 816254"/>
                    <a:gd name="connsiteY11" fmla="*/ 396037 h 419729"/>
                    <a:gd name="connsiteX12" fmla="*/ 425866 w 816254"/>
                    <a:gd name="connsiteY12" fmla="*/ 393680 h 419729"/>
                    <a:gd name="connsiteX13" fmla="*/ 461345 w 816254"/>
                    <a:gd name="connsiteY13" fmla="*/ 397337 h 419729"/>
                    <a:gd name="connsiteX14" fmla="*/ 496864 w 816254"/>
                    <a:gd name="connsiteY14" fmla="*/ 359014 h 419729"/>
                    <a:gd name="connsiteX15" fmla="*/ 532343 w 816254"/>
                    <a:gd name="connsiteY15" fmla="*/ 171176 h 419729"/>
                    <a:gd name="connsiteX16" fmla="*/ 567822 w 816254"/>
                    <a:gd name="connsiteY16" fmla="*/ 128422 h 419729"/>
                    <a:gd name="connsiteX17" fmla="*/ 603301 w 816254"/>
                    <a:gd name="connsiteY17" fmla="*/ 167518 h 419729"/>
                    <a:gd name="connsiteX18" fmla="*/ 638820 w 816254"/>
                    <a:gd name="connsiteY18" fmla="*/ 163617 h 419729"/>
                    <a:gd name="connsiteX19" fmla="*/ 674299 w 816254"/>
                    <a:gd name="connsiteY19" fmla="*/ 158415 h 419729"/>
                    <a:gd name="connsiteX20" fmla="*/ 709777 w 816254"/>
                    <a:gd name="connsiteY20" fmla="*/ 143297 h 419729"/>
                    <a:gd name="connsiteX21" fmla="*/ 745256 w 816254"/>
                    <a:gd name="connsiteY21" fmla="*/ 117490 h 419729"/>
                    <a:gd name="connsiteX22" fmla="*/ 780776 w 816254"/>
                    <a:gd name="connsiteY22" fmla="*/ 75794 h 419729"/>
                    <a:gd name="connsiteX23" fmla="*/ 816254 w 816254"/>
                    <a:gd name="connsiteY23" fmla="*/ 49256 h 4197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419729">
                      <a:moveTo>
                        <a:pt x="0" y="29423"/>
                      </a:moveTo>
                      <a:lnTo>
                        <a:pt x="35479" y="11989"/>
                      </a:lnTo>
                      <a:lnTo>
                        <a:pt x="70998" y="3129"/>
                      </a:lnTo>
                      <a:lnTo>
                        <a:pt x="106477" y="0"/>
                      </a:lnTo>
                      <a:lnTo>
                        <a:pt x="141955" y="10688"/>
                      </a:lnTo>
                      <a:lnTo>
                        <a:pt x="177434" y="38283"/>
                      </a:lnTo>
                      <a:lnTo>
                        <a:pt x="212953" y="75794"/>
                      </a:lnTo>
                      <a:lnTo>
                        <a:pt x="248432" y="267046"/>
                      </a:lnTo>
                      <a:lnTo>
                        <a:pt x="283911" y="410870"/>
                      </a:lnTo>
                      <a:lnTo>
                        <a:pt x="319390" y="419730"/>
                      </a:lnTo>
                      <a:lnTo>
                        <a:pt x="354909" y="408513"/>
                      </a:lnTo>
                      <a:lnTo>
                        <a:pt x="390388" y="396037"/>
                      </a:lnTo>
                      <a:lnTo>
                        <a:pt x="425866" y="393680"/>
                      </a:lnTo>
                      <a:lnTo>
                        <a:pt x="461345" y="397337"/>
                      </a:lnTo>
                      <a:lnTo>
                        <a:pt x="496864" y="359014"/>
                      </a:lnTo>
                      <a:lnTo>
                        <a:pt x="532343" y="171176"/>
                      </a:lnTo>
                      <a:lnTo>
                        <a:pt x="567822" y="128422"/>
                      </a:lnTo>
                      <a:lnTo>
                        <a:pt x="603301" y="167518"/>
                      </a:lnTo>
                      <a:lnTo>
                        <a:pt x="638820" y="163617"/>
                      </a:lnTo>
                      <a:lnTo>
                        <a:pt x="674299" y="158415"/>
                      </a:lnTo>
                      <a:lnTo>
                        <a:pt x="709777" y="143297"/>
                      </a:lnTo>
                      <a:lnTo>
                        <a:pt x="745256" y="117490"/>
                      </a:lnTo>
                      <a:lnTo>
                        <a:pt x="780776" y="75794"/>
                      </a:lnTo>
                      <a:lnTo>
                        <a:pt x="816254" y="49256"/>
                      </a:lnTo>
                    </a:path>
                  </a:pathLst>
                </a:custGeom>
                <a:noFill/>
                <a:ln w="12982" cap="flat">
                  <a:solidFill>
                    <a:srgbClr val="84C3B7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4" name="Freeform 1193">
                  <a:extLst>
                    <a:ext uri="{FF2B5EF4-FFF2-40B4-BE49-F238E27FC236}">
                      <a16:creationId xmlns:a16="http://schemas.microsoft.com/office/drawing/2014/main" id="{9CB0F132-31C2-C660-8B64-20FC0AC67E47}"/>
                    </a:ext>
                  </a:extLst>
                </p:cNvPr>
                <p:cNvSpPr/>
                <p:nvPr/>
              </p:nvSpPr>
              <p:spPr>
                <a:xfrm>
                  <a:off x="9689406" y="4016511"/>
                  <a:ext cx="816254" cy="286877"/>
                </a:xfrm>
                <a:custGeom>
                  <a:avLst/>
                  <a:gdLst>
                    <a:gd name="connsiteX0" fmla="*/ 0 w 816254"/>
                    <a:gd name="connsiteY0" fmla="*/ 19019 h 286877"/>
                    <a:gd name="connsiteX1" fmla="*/ 35479 w 816254"/>
                    <a:gd name="connsiteY1" fmla="*/ 12273 h 286877"/>
                    <a:gd name="connsiteX2" fmla="*/ 70998 w 816254"/>
                    <a:gd name="connsiteY2" fmla="*/ 5730 h 286877"/>
                    <a:gd name="connsiteX3" fmla="*/ 106477 w 816254"/>
                    <a:gd name="connsiteY3" fmla="*/ 0 h 286877"/>
                    <a:gd name="connsiteX4" fmla="*/ 141955 w 816254"/>
                    <a:gd name="connsiteY4" fmla="*/ 2113 h 286877"/>
                    <a:gd name="connsiteX5" fmla="*/ 177434 w 816254"/>
                    <a:gd name="connsiteY5" fmla="*/ 15362 h 286877"/>
                    <a:gd name="connsiteX6" fmla="*/ 212953 w 816254"/>
                    <a:gd name="connsiteY6" fmla="*/ 35723 h 286877"/>
                    <a:gd name="connsiteX7" fmla="*/ 248432 w 816254"/>
                    <a:gd name="connsiteY7" fmla="*/ 191780 h 286877"/>
                    <a:gd name="connsiteX8" fmla="*/ 283911 w 816254"/>
                    <a:gd name="connsiteY8" fmla="*/ 279563 h 286877"/>
                    <a:gd name="connsiteX9" fmla="*/ 319390 w 816254"/>
                    <a:gd name="connsiteY9" fmla="*/ 286878 h 286877"/>
                    <a:gd name="connsiteX10" fmla="*/ 354909 w 816254"/>
                    <a:gd name="connsiteY10" fmla="*/ 281148 h 286877"/>
                    <a:gd name="connsiteX11" fmla="*/ 390388 w 816254"/>
                    <a:gd name="connsiteY11" fmla="*/ 274117 h 286877"/>
                    <a:gd name="connsiteX12" fmla="*/ 425866 w 816254"/>
                    <a:gd name="connsiteY12" fmla="*/ 272816 h 286877"/>
                    <a:gd name="connsiteX13" fmla="*/ 461345 w 816254"/>
                    <a:gd name="connsiteY13" fmla="*/ 271760 h 286877"/>
                    <a:gd name="connsiteX14" fmla="*/ 496864 w 816254"/>
                    <a:gd name="connsiteY14" fmla="*/ 243637 h 286877"/>
                    <a:gd name="connsiteX15" fmla="*/ 532343 w 816254"/>
                    <a:gd name="connsiteY15" fmla="*/ 95382 h 286877"/>
                    <a:gd name="connsiteX16" fmla="*/ 567822 w 816254"/>
                    <a:gd name="connsiteY16" fmla="*/ 67747 h 286877"/>
                    <a:gd name="connsiteX17" fmla="*/ 603301 w 816254"/>
                    <a:gd name="connsiteY17" fmla="*/ 95626 h 286877"/>
                    <a:gd name="connsiteX18" fmla="*/ 638820 w 816254"/>
                    <a:gd name="connsiteY18" fmla="*/ 97983 h 286877"/>
                    <a:gd name="connsiteX19" fmla="*/ 674299 w 816254"/>
                    <a:gd name="connsiteY19" fmla="*/ 94082 h 286877"/>
                    <a:gd name="connsiteX20" fmla="*/ 709777 w 816254"/>
                    <a:gd name="connsiteY20" fmla="*/ 81565 h 286877"/>
                    <a:gd name="connsiteX21" fmla="*/ 745256 w 816254"/>
                    <a:gd name="connsiteY21" fmla="*/ 71933 h 286877"/>
                    <a:gd name="connsiteX22" fmla="*/ 780776 w 816254"/>
                    <a:gd name="connsiteY22" fmla="*/ 47427 h 286877"/>
                    <a:gd name="connsiteX23" fmla="*/ 816254 w 816254"/>
                    <a:gd name="connsiteY23" fmla="*/ 26050 h 2868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286877">
                      <a:moveTo>
                        <a:pt x="0" y="19019"/>
                      </a:moveTo>
                      <a:lnTo>
                        <a:pt x="35479" y="12273"/>
                      </a:lnTo>
                      <a:lnTo>
                        <a:pt x="70998" y="5730"/>
                      </a:lnTo>
                      <a:lnTo>
                        <a:pt x="106477" y="0"/>
                      </a:lnTo>
                      <a:lnTo>
                        <a:pt x="141955" y="2113"/>
                      </a:lnTo>
                      <a:lnTo>
                        <a:pt x="177434" y="15362"/>
                      </a:lnTo>
                      <a:lnTo>
                        <a:pt x="212953" y="35723"/>
                      </a:lnTo>
                      <a:lnTo>
                        <a:pt x="248432" y="191780"/>
                      </a:lnTo>
                      <a:lnTo>
                        <a:pt x="283911" y="279563"/>
                      </a:lnTo>
                      <a:lnTo>
                        <a:pt x="319390" y="286878"/>
                      </a:lnTo>
                      <a:lnTo>
                        <a:pt x="354909" y="281148"/>
                      </a:lnTo>
                      <a:lnTo>
                        <a:pt x="390388" y="274117"/>
                      </a:lnTo>
                      <a:lnTo>
                        <a:pt x="425866" y="272816"/>
                      </a:lnTo>
                      <a:lnTo>
                        <a:pt x="461345" y="271760"/>
                      </a:lnTo>
                      <a:lnTo>
                        <a:pt x="496864" y="243637"/>
                      </a:lnTo>
                      <a:lnTo>
                        <a:pt x="532343" y="95382"/>
                      </a:lnTo>
                      <a:lnTo>
                        <a:pt x="567822" y="67747"/>
                      </a:lnTo>
                      <a:lnTo>
                        <a:pt x="603301" y="95626"/>
                      </a:lnTo>
                      <a:lnTo>
                        <a:pt x="638820" y="97983"/>
                      </a:lnTo>
                      <a:lnTo>
                        <a:pt x="674299" y="94082"/>
                      </a:lnTo>
                      <a:lnTo>
                        <a:pt x="709777" y="81565"/>
                      </a:lnTo>
                      <a:lnTo>
                        <a:pt x="745256" y="71933"/>
                      </a:lnTo>
                      <a:lnTo>
                        <a:pt x="780776" y="47427"/>
                      </a:lnTo>
                      <a:lnTo>
                        <a:pt x="816254" y="26050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7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95" name="Freeform 1194">
                  <a:extLst>
                    <a:ext uri="{FF2B5EF4-FFF2-40B4-BE49-F238E27FC236}">
                      <a16:creationId xmlns:a16="http://schemas.microsoft.com/office/drawing/2014/main" id="{94F97175-96AF-7C01-184F-5F2BC201BBE6}"/>
                    </a:ext>
                  </a:extLst>
                </p:cNvPr>
                <p:cNvSpPr/>
                <p:nvPr/>
              </p:nvSpPr>
              <p:spPr>
                <a:xfrm>
                  <a:off x="9689406" y="4339843"/>
                  <a:ext cx="816254" cy="151384"/>
                </a:xfrm>
                <a:custGeom>
                  <a:avLst/>
                  <a:gdLst>
                    <a:gd name="connsiteX0" fmla="*/ 0 w 816254"/>
                    <a:gd name="connsiteY0" fmla="*/ 6015 h 151384"/>
                    <a:gd name="connsiteX1" fmla="*/ 35479 w 816254"/>
                    <a:gd name="connsiteY1" fmla="*/ 0 h 151384"/>
                    <a:gd name="connsiteX2" fmla="*/ 70998 w 816254"/>
                    <a:gd name="connsiteY2" fmla="*/ 2885 h 151384"/>
                    <a:gd name="connsiteX3" fmla="*/ 106477 w 816254"/>
                    <a:gd name="connsiteY3" fmla="*/ 6015 h 151384"/>
                    <a:gd name="connsiteX4" fmla="*/ 141955 w 816254"/>
                    <a:gd name="connsiteY4" fmla="*/ 6259 h 151384"/>
                    <a:gd name="connsiteX5" fmla="*/ 177434 w 816254"/>
                    <a:gd name="connsiteY5" fmla="*/ 10445 h 151384"/>
                    <a:gd name="connsiteX6" fmla="*/ 212953 w 816254"/>
                    <a:gd name="connsiteY6" fmla="*/ 27107 h 151384"/>
                    <a:gd name="connsiteX7" fmla="*/ 248432 w 816254"/>
                    <a:gd name="connsiteY7" fmla="*/ 118303 h 151384"/>
                    <a:gd name="connsiteX8" fmla="*/ 283911 w 816254"/>
                    <a:gd name="connsiteY8" fmla="*/ 149027 h 151384"/>
                    <a:gd name="connsiteX9" fmla="*/ 319390 w 816254"/>
                    <a:gd name="connsiteY9" fmla="*/ 151384 h 151384"/>
                    <a:gd name="connsiteX10" fmla="*/ 354909 w 816254"/>
                    <a:gd name="connsiteY10" fmla="*/ 149555 h 151384"/>
                    <a:gd name="connsiteX11" fmla="*/ 390388 w 816254"/>
                    <a:gd name="connsiteY11" fmla="*/ 147726 h 151384"/>
                    <a:gd name="connsiteX12" fmla="*/ 425866 w 816254"/>
                    <a:gd name="connsiteY12" fmla="*/ 146710 h 151384"/>
                    <a:gd name="connsiteX13" fmla="*/ 461345 w 816254"/>
                    <a:gd name="connsiteY13" fmla="*/ 146426 h 151384"/>
                    <a:gd name="connsiteX14" fmla="*/ 496864 w 816254"/>
                    <a:gd name="connsiteY14" fmla="*/ 139395 h 151384"/>
                    <a:gd name="connsiteX15" fmla="*/ 532343 w 816254"/>
                    <a:gd name="connsiteY15" fmla="*/ 51085 h 151384"/>
                    <a:gd name="connsiteX16" fmla="*/ 567822 w 816254"/>
                    <a:gd name="connsiteY16" fmla="*/ 34138 h 151384"/>
                    <a:gd name="connsiteX17" fmla="*/ 603301 w 816254"/>
                    <a:gd name="connsiteY17" fmla="*/ 47711 h 151384"/>
                    <a:gd name="connsiteX18" fmla="*/ 638820 w 816254"/>
                    <a:gd name="connsiteY18" fmla="*/ 50556 h 151384"/>
                    <a:gd name="connsiteX19" fmla="*/ 674299 w 816254"/>
                    <a:gd name="connsiteY19" fmla="*/ 49256 h 151384"/>
                    <a:gd name="connsiteX20" fmla="*/ 709777 w 816254"/>
                    <a:gd name="connsiteY20" fmla="*/ 42997 h 151384"/>
                    <a:gd name="connsiteX21" fmla="*/ 745256 w 816254"/>
                    <a:gd name="connsiteY21" fmla="*/ 44054 h 151384"/>
                    <a:gd name="connsiteX22" fmla="*/ 780776 w 816254"/>
                    <a:gd name="connsiteY22" fmla="*/ 35966 h 151384"/>
                    <a:gd name="connsiteX23" fmla="*/ 816254 w 816254"/>
                    <a:gd name="connsiteY23" fmla="*/ 22677 h 1513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816254" h="151384">
                      <a:moveTo>
                        <a:pt x="0" y="6015"/>
                      </a:moveTo>
                      <a:lnTo>
                        <a:pt x="35479" y="0"/>
                      </a:lnTo>
                      <a:lnTo>
                        <a:pt x="70998" y="2885"/>
                      </a:lnTo>
                      <a:lnTo>
                        <a:pt x="106477" y="6015"/>
                      </a:lnTo>
                      <a:lnTo>
                        <a:pt x="141955" y="6259"/>
                      </a:lnTo>
                      <a:lnTo>
                        <a:pt x="177434" y="10445"/>
                      </a:lnTo>
                      <a:lnTo>
                        <a:pt x="212953" y="27107"/>
                      </a:lnTo>
                      <a:lnTo>
                        <a:pt x="248432" y="118303"/>
                      </a:lnTo>
                      <a:lnTo>
                        <a:pt x="283911" y="149027"/>
                      </a:lnTo>
                      <a:lnTo>
                        <a:pt x="319390" y="151384"/>
                      </a:lnTo>
                      <a:lnTo>
                        <a:pt x="354909" y="149555"/>
                      </a:lnTo>
                      <a:lnTo>
                        <a:pt x="390388" y="147726"/>
                      </a:lnTo>
                      <a:lnTo>
                        <a:pt x="425866" y="146710"/>
                      </a:lnTo>
                      <a:lnTo>
                        <a:pt x="461345" y="146426"/>
                      </a:lnTo>
                      <a:lnTo>
                        <a:pt x="496864" y="139395"/>
                      </a:lnTo>
                      <a:lnTo>
                        <a:pt x="532343" y="51085"/>
                      </a:lnTo>
                      <a:lnTo>
                        <a:pt x="567822" y="34138"/>
                      </a:lnTo>
                      <a:lnTo>
                        <a:pt x="603301" y="47711"/>
                      </a:lnTo>
                      <a:lnTo>
                        <a:pt x="638820" y="50556"/>
                      </a:lnTo>
                      <a:lnTo>
                        <a:pt x="674299" y="49256"/>
                      </a:lnTo>
                      <a:lnTo>
                        <a:pt x="709777" y="42997"/>
                      </a:lnTo>
                      <a:lnTo>
                        <a:pt x="745256" y="44054"/>
                      </a:lnTo>
                      <a:lnTo>
                        <a:pt x="780776" y="35966"/>
                      </a:lnTo>
                      <a:lnTo>
                        <a:pt x="816254" y="22677"/>
                      </a:lnTo>
                    </a:path>
                  </a:pathLst>
                </a:custGeom>
                <a:noFill/>
                <a:ln w="12982" cap="flat">
                  <a:solidFill>
                    <a:srgbClr val="84C3B7">
                      <a:alpha val="40000"/>
                    </a:srgbClr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1196" name="TextBox 1195">
                <a:extLst>
                  <a:ext uri="{FF2B5EF4-FFF2-40B4-BE49-F238E27FC236}">
                    <a16:creationId xmlns:a16="http://schemas.microsoft.com/office/drawing/2014/main" id="{A881B7B6-2E1D-EB46-043A-808909A04A14}"/>
                  </a:ext>
                </a:extLst>
              </p:cNvPr>
              <p:cNvSpPr txBox="1"/>
              <p:nvPr/>
            </p:nvSpPr>
            <p:spPr>
              <a:xfrm>
                <a:off x="5761339" y="3593738"/>
                <a:ext cx="399884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Jul</a:t>
                </a:r>
              </a:p>
            </p:txBody>
          </p:sp>
          <p:sp>
            <p:nvSpPr>
              <p:cNvPr id="1197" name="TextBox 1196">
                <a:extLst>
                  <a:ext uri="{FF2B5EF4-FFF2-40B4-BE49-F238E27FC236}">
                    <a16:creationId xmlns:a16="http://schemas.microsoft.com/office/drawing/2014/main" id="{CB2B007B-620B-B801-1D0F-1C67C8E540C0}"/>
                  </a:ext>
                </a:extLst>
              </p:cNvPr>
              <p:cNvSpPr txBox="1"/>
              <p:nvPr/>
            </p:nvSpPr>
            <p:spPr>
              <a:xfrm>
                <a:off x="6589705" y="3593738"/>
                <a:ext cx="471105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Aug</a:t>
                </a:r>
              </a:p>
            </p:txBody>
          </p:sp>
          <p:sp>
            <p:nvSpPr>
              <p:cNvPr id="1198" name="TextBox 1197">
                <a:extLst>
                  <a:ext uri="{FF2B5EF4-FFF2-40B4-BE49-F238E27FC236}">
                    <a16:creationId xmlns:a16="http://schemas.microsoft.com/office/drawing/2014/main" id="{A9F7B60E-D664-5970-A927-271756B65E32}"/>
                  </a:ext>
                </a:extLst>
              </p:cNvPr>
              <p:cNvSpPr txBox="1"/>
              <p:nvPr/>
            </p:nvSpPr>
            <p:spPr>
              <a:xfrm>
                <a:off x="7430221" y="3593738"/>
                <a:ext cx="453734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Sep</a:t>
                </a:r>
              </a:p>
            </p:txBody>
          </p:sp>
          <p:sp>
            <p:nvSpPr>
              <p:cNvPr id="1199" name="TextBox 1198">
                <a:extLst>
                  <a:ext uri="{FF2B5EF4-FFF2-40B4-BE49-F238E27FC236}">
                    <a16:creationId xmlns:a16="http://schemas.microsoft.com/office/drawing/2014/main" id="{6AB30FC9-2CB0-C6C2-811D-79ECE412087F}"/>
                  </a:ext>
                </a:extLst>
              </p:cNvPr>
              <p:cNvSpPr txBox="1"/>
              <p:nvPr/>
            </p:nvSpPr>
            <p:spPr>
              <a:xfrm>
                <a:off x="8270778" y="3593738"/>
                <a:ext cx="431152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Oct</a:t>
                </a:r>
              </a:p>
            </p:txBody>
          </p:sp>
          <p:sp>
            <p:nvSpPr>
              <p:cNvPr id="1200" name="TextBox 1199">
                <a:extLst>
                  <a:ext uri="{FF2B5EF4-FFF2-40B4-BE49-F238E27FC236}">
                    <a16:creationId xmlns:a16="http://schemas.microsoft.com/office/drawing/2014/main" id="{CE512AA6-5D4D-9954-CC37-E1A9952BE1AB}"/>
                  </a:ext>
                </a:extLst>
              </p:cNvPr>
              <p:cNvSpPr txBox="1"/>
              <p:nvPr/>
            </p:nvSpPr>
            <p:spPr>
              <a:xfrm>
                <a:off x="9105199" y="3593738"/>
                <a:ext cx="462420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Nov</a:t>
                </a:r>
              </a:p>
            </p:txBody>
          </p:sp>
          <p:sp>
            <p:nvSpPr>
              <p:cNvPr id="1201" name="TextBox 1200">
                <a:extLst>
                  <a:ext uri="{FF2B5EF4-FFF2-40B4-BE49-F238E27FC236}">
                    <a16:creationId xmlns:a16="http://schemas.microsoft.com/office/drawing/2014/main" id="{E7704E67-48DE-514E-310C-8CD0876407E3}"/>
                  </a:ext>
                </a:extLst>
              </p:cNvPr>
              <p:cNvSpPr txBox="1"/>
              <p:nvPr/>
            </p:nvSpPr>
            <p:spPr>
              <a:xfrm>
                <a:off x="9945715" y="3593738"/>
                <a:ext cx="453734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Dec</a:t>
                </a:r>
              </a:p>
            </p:txBody>
          </p:sp>
          <p:sp>
            <p:nvSpPr>
              <p:cNvPr id="1202" name="TextBox 1201">
                <a:extLst>
                  <a:ext uri="{FF2B5EF4-FFF2-40B4-BE49-F238E27FC236}">
                    <a16:creationId xmlns:a16="http://schemas.microsoft.com/office/drawing/2014/main" id="{91247E05-DF08-31AD-7A35-EA8B623EB496}"/>
                  </a:ext>
                </a:extLst>
              </p:cNvPr>
              <p:cNvSpPr txBox="1"/>
              <p:nvPr/>
            </p:nvSpPr>
            <p:spPr>
              <a:xfrm>
                <a:off x="5755244" y="2585662"/>
                <a:ext cx="438101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Jan</a:t>
                </a:r>
              </a:p>
            </p:txBody>
          </p:sp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A8E94625-915A-CFE4-B2B1-A55576CF059C}"/>
                  </a:ext>
                </a:extLst>
              </p:cNvPr>
              <p:cNvSpPr txBox="1"/>
              <p:nvPr/>
            </p:nvSpPr>
            <p:spPr>
              <a:xfrm>
                <a:off x="6591737" y="2585662"/>
                <a:ext cx="446785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Feb</a:t>
                </a:r>
              </a:p>
            </p:txBody>
          </p:sp>
          <p:sp>
            <p:nvSpPr>
              <p:cNvPr id="1204" name="TextBox 1203">
                <a:extLst>
                  <a:ext uri="{FF2B5EF4-FFF2-40B4-BE49-F238E27FC236}">
                    <a16:creationId xmlns:a16="http://schemas.microsoft.com/office/drawing/2014/main" id="{862F8D14-E5D4-F387-64AE-22FF00269518}"/>
                  </a:ext>
                </a:extLst>
              </p:cNvPr>
              <p:cNvSpPr txBox="1"/>
              <p:nvPr/>
            </p:nvSpPr>
            <p:spPr>
              <a:xfrm>
                <a:off x="7430221" y="2585662"/>
                <a:ext cx="446785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Mar</a:t>
                </a:r>
              </a:p>
            </p:txBody>
          </p:sp>
          <p:sp>
            <p:nvSpPr>
              <p:cNvPr id="1205" name="TextBox 1204">
                <a:extLst>
                  <a:ext uri="{FF2B5EF4-FFF2-40B4-BE49-F238E27FC236}">
                    <a16:creationId xmlns:a16="http://schemas.microsoft.com/office/drawing/2014/main" id="{3EEE6853-DD05-B208-9575-21CE99211D9E}"/>
                  </a:ext>
                </a:extLst>
              </p:cNvPr>
              <p:cNvSpPr txBox="1"/>
              <p:nvPr/>
            </p:nvSpPr>
            <p:spPr>
              <a:xfrm>
                <a:off x="8270778" y="2585662"/>
                <a:ext cx="439837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Apr</a:t>
                </a:r>
              </a:p>
            </p:txBody>
          </p:sp>
          <p:sp>
            <p:nvSpPr>
              <p:cNvPr id="1206" name="TextBox 1205">
                <a:extLst>
                  <a:ext uri="{FF2B5EF4-FFF2-40B4-BE49-F238E27FC236}">
                    <a16:creationId xmlns:a16="http://schemas.microsoft.com/office/drawing/2014/main" id="{47DA00E9-3031-749B-4500-1BF9749FADE7}"/>
                  </a:ext>
                </a:extLst>
              </p:cNvPr>
              <p:cNvSpPr txBox="1"/>
              <p:nvPr/>
            </p:nvSpPr>
            <p:spPr>
              <a:xfrm>
                <a:off x="9105199" y="2585662"/>
                <a:ext cx="469369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May</a:t>
                </a:r>
              </a:p>
            </p:txBody>
          </p:sp>
          <p:sp>
            <p:nvSpPr>
              <p:cNvPr id="1207" name="TextBox 1206">
                <a:extLst>
                  <a:ext uri="{FF2B5EF4-FFF2-40B4-BE49-F238E27FC236}">
                    <a16:creationId xmlns:a16="http://schemas.microsoft.com/office/drawing/2014/main" id="{2FDAF751-E8BE-092B-C2F8-9C4C1B3BB83D}"/>
                  </a:ext>
                </a:extLst>
              </p:cNvPr>
              <p:cNvSpPr txBox="1"/>
              <p:nvPr/>
            </p:nvSpPr>
            <p:spPr>
              <a:xfrm>
                <a:off x="9945715" y="2585662"/>
                <a:ext cx="446785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Jun</a:t>
                </a:r>
              </a:p>
            </p:txBody>
          </p:sp>
        </p:grpSp>
        <p:grpSp>
          <p:nvGrpSpPr>
            <p:cNvPr id="1208" name="Graphic 1095">
              <a:extLst>
                <a:ext uri="{FF2B5EF4-FFF2-40B4-BE49-F238E27FC236}">
                  <a16:creationId xmlns:a16="http://schemas.microsoft.com/office/drawing/2014/main" id="{04606350-5D70-44B3-920B-A2A932559DEA}"/>
                </a:ext>
              </a:extLst>
            </p:cNvPr>
            <p:cNvGrpSpPr/>
            <p:nvPr/>
          </p:nvGrpSpPr>
          <p:grpSpPr>
            <a:xfrm>
              <a:off x="5486707" y="2388844"/>
              <a:ext cx="5139597" cy="2349156"/>
              <a:chOff x="5486707" y="2388844"/>
              <a:chExt cx="5139597" cy="2349156"/>
            </a:xfrm>
          </p:grpSpPr>
          <p:sp>
            <p:nvSpPr>
              <p:cNvPr id="1209" name="TextBox 1208">
                <a:extLst>
                  <a:ext uri="{FF2B5EF4-FFF2-40B4-BE49-F238E27FC236}">
                    <a16:creationId xmlns:a16="http://schemas.microsoft.com/office/drawing/2014/main" id="{41A81FE3-2576-7DBD-4CE8-F4E842174F21}"/>
                  </a:ext>
                </a:extLst>
              </p:cNvPr>
              <p:cNvSpPr txBox="1"/>
              <p:nvPr/>
            </p:nvSpPr>
            <p:spPr>
              <a:xfrm>
                <a:off x="5486707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 dirty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10" name="TextBox 1209">
                <a:extLst>
                  <a:ext uri="{FF2B5EF4-FFF2-40B4-BE49-F238E27FC236}">
                    <a16:creationId xmlns:a16="http://schemas.microsoft.com/office/drawing/2014/main" id="{B8AAFF47-AE25-84BA-8F35-523E3FF9FC2B}"/>
                  </a:ext>
                </a:extLst>
              </p:cNvPr>
              <p:cNvSpPr txBox="1"/>
              <p:nvPr/>
            </p:nvSpPr>
            <p:spPr>
              <a:xfrm>
                <a:off x="5910544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1211" name="TextBox 1210">
                <a:extLst>
                  <a:ext uri="{FF2B5EF4-FFF2-40B4-BE49-F238E27FC236}">
                    <a16:creationId xmlns:a16="http://schemas.microsoft.com/office/drawing/2014/main" id="{8AB75949-C868-8082-9C1F-C1D03F02CE3F}"/>
                  </a:ext>
                </a:extLst>
              </p:cNvPr>
              <p:cNvSpPr txBox="1"/>
              <p:nvPr/>
            </p:nvSpPr>
            <p:spPr>
              <a:xfrm>
                <a:off x="6325234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12" name="TextBox 1211">
                <a:extLst>
                  <a:ext uri="{FF2B5EF4-FFF2-40B4-BE49-F238E27FC236}">
                    <a16:creationId xmlns:a16="http://schemas.microsoft.com/office/drawing/2014/main" id="{9EFDFD5F-568E-6B21-8E5C-279E1F5360B7}"/>
                  </a:ext>
                </a:extLst>
              </p:cNvPr>
              <p:cNvSpPr txBox="1"/>
              <p:nvPr/>
            </p:nvSpPr>
            <p:spPr>
              <a:xfrm>
                <a:off x="6749068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1213" name="TextBox 1212">
                <a:extLst>
                  <a:ext uri="{FF2B5EF4-FFF2-40B4-BE49-F238E27FC236}">
                    <a16:creationId xmlns:a16="http://schemas.microsoft.com/office/drawing/2014/main" id="{190C11CE-1188-69E7-57C2-4EAA836B7E9F}"/>
                  </a:ext>
                </a:extLst>
              </p:cNvPr>
              <p:cNvSpPr txBox="1"/>
              <p:nvPr/>
            </p:nvSpPr>
            <p:spPr>
              <a:xfrm>
                <a:off x="7163718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14" name="TextBox 1213">
                <a:extLst>
                  <a:ext uri="{FF2B5EF4-FFF2-40B4-BE49-F238E27FC236}">
                    <a16:creationId xmlns:a16="http://schemas.microsoft.com/office/drawing/2014/main" id="{2340318F-54CF-86D0-1A8F-E059CBAAAE1C}"/>
                  </a:ext>
                </a:extLst>
              </p:cNvPr>
              <p:cNvSpPr txBox="1"/>
              <p:nvPr/>
            </p:nvSpPr>
            <p:spPr>
              <a:xfrm>
                <a:off x="7587552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1215" name="TextBox 1214">
                <a:extLst>
                  <a:ext uri="{FF2B5EF4-FFF2-40B4-BE49-F238E27FC236}">
                    <a16:creationId xmlns:a16="http://schemas.microsoft.com/office/drawing/2014/main" id="{91B63586-1FFF-3C5C-67E9-F622894ADE21}"/>
                  </a:ext>
                </a:extLst>
              </p:cNvPr>
              <p:cNvSpPr txBox="1"/>
              <p:nvPr/>
            </p:nvSpPr>
            <p:spPr>
              <a:xfrm>
                <a:off x="8002242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16" name="TextBox 1215">
                <a:extLst>
                  <a:ext uri="{FF2B5EF4-FFF2-40B4-BE49-F238E27FC236}">
                    <a16:creationId xmlns:a16="http://schemas.microsoft.com/office/drawing/2014/main" id="{DDF7985B-DE72-56B4-8FD1-9EB6C6C754BD}"/>
                  </a:ext>
                </a:extLst>
              </p:cNvPr>
              <p:cNvSpPr txBox="1"/>
              <p:nvPr/>
            </p:nvSpPr>
            <p:spPr>
              <a:xfrm>
                <a:off x="8426077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1217" name="TextBox 1216">
                <a:extLst>
                  <a:ext uri="{FF2B5EF4-FFF2-40B4-BE49-F238E27FC236}">
                    <a16:creationId xmlns:a16="http://schemas.microsoft.com/office/drawing/2014/main" id="{81665050-C458-726C-E61B-70D6931A4105}"/>
                  </a:ext>
                </a:extLst>
              </p:cNvPr>
              <p:cNvSpPr txBox="1"/>
              <p:nvPr/>
            </p:nvSpPr>
            <p:spPr>
              <a:xfrm>
                <a:off x="8840727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18" name="TextBox 1217">
                <a:extLst>
                  <a:ext uri="{FF2B5EF4-FFF2-40B4-BE49-F238E27FC236}">
                    <a16:creationId xmlns:a16="http://schemas.microsoft.com/office/drawing/2014/main" id="{68AFDD0B-A0A4-77ED-8E0D-FCE89DD3287F}"/>
                  </a:ext>
                </a:extLst>
              </p:cNvPr>
              <p:cNvSpPr txBox="1"/>
              <p:nvPr/>
            </p:nvSpPr>
            <p:spPr>
              <a:xfrm>
                <a:off x="9264561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1219" name="TextBox 1218">
                <a:extLst>
                  <a:ext uri="{FF2B5EF4-FFF2-40B4-BE49-F238E27FC236}">
                    <a16:creationId xmlns:a16="http://schemas.microsoft.com/office/drawing/2014/main" id="{BFA1D97C-ED15-B5DE-4D5E-1268D18B8F04}"/>
                  </a:ext>
                </a:extLst>
              </p:cNvPr>
              <p:cNvSpPr txBox="1"/>
              <p:nvPr/>
            </p:nvSpPr>
            <p:spPr>
              <a:xfrm>
                <a:off x="9679255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AM</a:t>
                </a:r>
              </a:p>
            </p:txBody>
          </p:sp>
          <p:sp>
            <p:nvSpPr>
              <p:cNvPr id="1220" name="TextBox 1219">
                <a:extLst>
                  <a:ext uri="{FF2B5EF4-FFF2-40B4-BE49-F238E27FC236}">
                    <a16:creationId xmlns:a16="http://schemas.microsoft.com/office/drawing/2014/main" id="{97B122C7-6CAE-3495-B0A2-A4C9F42CD3C9}"/>
                  </a:ext>
                </a:extLst>
              </p:cNvPr>
              <p:cNvSpPr txBox="1"/>
              <p:nvPr/>
            </p:nvSpPr>
            <p:spPr>
              <a:xfrm>
                <a:off x="10103086" y="4546660"/>
                <a:ext cx="523218" cy="1913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000" spc="0" baseline="0">
                    <a:ln/>
                    <a:solidFill>
                      <a:srgbClr val="4D4D4D"/>
                    </a:solidFill>
                    <a:latin typeface="Arial"/>
                    <a:cs typeface="Arial"/>
                    <a:sym typeface="Arial"/>
                    <a:rtl val="0"/>
                  </a:rPr>
                  <a:t>6 PM</a:t>
                </a:r>
              </a:p>
            </p:txBody>
          </p:sp>
          <p:sp>
            <p:nvSpPr>
              <p:cNvPr id="1239" name="TextBox 1238">
                <a:extLst>
                  <a:ext uri="{FF2B5EF4-FFF2-40B4-BE49-F238E27FC236}">
                    <a16:creationId xmlns:a16="http://schemas.microsoft.com/office/drawing/2014/main" id="{DD4B96FE-6646-4ACB-051C-0963EF106778}"/>
                  </a:ext>
                </a:extLst>
              </p:cNvPr>
              <p:cNvSpPr txBox="1"/>
              <p:nvPr/>
            </p:nvSpPr>
            <p:spPr>
              <a:xfrm>
                <a:off x="6975744" y="2388844"/>
                <a:ext cx="1905962" cy="2152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sz="1200" b="1" spc="0" baseline="0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Month-hour averaged</a:t>
                </a: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44" name="TextBox 1243">
                <a:extLst>
                  <a:ext uri="{FF2B5EF4-FFF2-40B4-BE49-F238E27FC236}">
                    <a16:creationId xmlns:a16="http://schemas.microsoft.com/office/drawing/2014/main" id="{5F4E25D9-0DF8-C676-4D38-9FF9EAEE9D7B}"/>
                  </a:ext>
                </a:extLst>
              </p:cNvPr>
              <p:cNvSpPr txBox="1"/>
              <p:nvPr/>
            </p:nvSpPr>
            <p:spPr>
              <a:xfrm rot="16200000">
                <a:off x="1768691" y="1544298"/>
                <a:ext cx="2311790" cy="2539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Emissions rate (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𝒈</m:t>
                    </m:r>
                    <m:sSub>
                      <m:sSubPr>
                        <m:ctrlPr>
                          <a:rPr lang="en-US" sz="1200" b="1" i="1" smtClean="0">
                            <a:ln/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  <a:rtl val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n/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  <a:rtl val="0"/>
                          </a:rPr>
                          <m:t>𝑪𝑶</m:t>
                        </m:r>
                      </m:e>
                      <m:sub>
                        <m:r>
                          <a:rPr lang="en-US" sz="1200" b="1" i="1" smtClean="0">
                            <a:ln/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  <a:rtl val="0"/>
                          </a:rPr>
                          <m:t>𝟐</m:t>
                        </m:r>
                      </m:sub>
                    </m:sSub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𝒆</m:t>
                    </m:r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/</m:t>
                    </m:r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𝒌𝑾𝒉</m:t>
                    </m:r>
                  </m:oMath>
                </a14:m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)</a:t>
                </a:r>
              </a:p>
            </p:txBody>
          </p:sp>
        </mc:Choice>
        <mc:Fallback>
          <p:sp>
            <p:nvSpPr>
              <p:cNvPr id="1244" name="TextBox 1243">
                <a:extLst>
                  <a:ext uri="{FF2B5EF4-FFF2-40B4-BE49-F238E27FC236}">
                    <a16:creationId xmlns:a16="http://schemas.microsoft.com/office/drawing/2014/main" id="{5F4E25D9-0DF8-C676-4D38-9FF9EAEE9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1768691" y="1544298"/>
                <a:ext cx="2311790" cy="253916"/>
              </a:xfrm>
              <a:prstGeom prst="rect">
                <a:avLst/>
              </a:prstGeom>
              <a:blipFill>
                <a:blip r:embed="rId3"/>
                <a:stretch>
                  <a:fillRect l="-4762" r="-23810" b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5" name="TextBox 1244">
                <a:extLst>
                  <a:ext uri="{FF2B5EF4-FFF2-40B4-BE49-F238E27FC236}">
                    <a16:creationId xmlns:a16="http://schemas.microsoft.com/office/drawing/2014/main" id="{2FDD7603-8FB4-FF82-8063-90DB7B2BF813}"/>
                  </a:ext>
                </a:extLst>
              </p:cNvPr>
              <p:cNvSpPr txBox="1"/>
              <p:nvPr/>
            </p:nvSpPr>
            <p:spPr>
              <a:xfrm rot="16200000">
                <a:off x="583772" y="4225605"/>
                <a:ext cx="2325871" cy="25391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200" b="1" dirty="0">
                    <a:ln/>
                    <a:solidFill>
                      <a:srgbClr val="333333"/>
                    </a:solidFill>
                    <a:latin typeface="Arial"/>
                    <a:cs typeface="Arial"/>
                    <a:sym typeface="Arial"/>
                    <a:rtl val="0"/>
                  </a:rPr>
                  <a:t>Emissions rate (</a:t>
                </a:r>
                <a14:m>
                  <m:oMath xmlns:m="http://schemas.openxmlformats.org/officeDocument/2006/math"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𝒈</m:t>
                    </m:r>
                    <m:sSub>
                      <m:sSubPr>
                        <m:ctrlPr>
                          <a:rPr lang="en-US" sz="1200" b="1" i="1" smtClean="0">
                            <a:ln/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  <a:rtl val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n/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  <a:rtl val="0"/>
                          </a:rPr>
                          <m:t>𝑪𝑶</m:t>
                        </m:r>
                      </m:e>
                      <m:sub>
                        <m:r>
                          <a:rPr lang="en-US" sz="1200" b="1" i="1" smtClean="0">
                            <a:ln/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Arial"/>
                            <a:sym typeface="Arial"/>
                            <a:rtl val="0"/>
                          </a:rPr>
                          <m:t>𝟐</m:t>
                        </m:r>
                      </m:sub>
                    </m:sSub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𝒆</m:t>
                    </m:r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/</m:t>
                    </m:r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𝒌𝑾𝒉</m:t>
                    </m:r>
                    <m:r>
                      <a:rPr lang="en-US" sz="1200" b="1" i="1" smtClean="0">
                        <a:ln/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Arial"/>
                        <a:sym typeface="Arial"/>
                        <a:rtl val="0"/>
                      </a:rPr>
                      <m:t>)</m:t>
                    </m:r>
                  </m:oMath>
                </a14:m>
                <a:endParaRPr lang="en-US" sz="1200" b="1" dirty="0">
                  <a:ln/>
                  <a:solidFill>
                    <a:srgbClr val="333333"/>
                  </a:solidFill>
                  <a:latin typeface="Arial"/>
                  <a:cs typeface="Arial"/>
                  <a:sym typeface="Arial"/>
                  <a:rtl val="0"/>
                </a:endParaRPr>
              </a:p>
            </p:txBody>
          </p:sp>
        </mc:Choice>
        <mc:Fallback xmlns="">
          <p:sp>
            <p:nvSpPr>
              <p:cNvPr id="1245" name="TextBox 1244">
                <a:extLst>
                  <a:ext uri="{FF2B5EF4-FFF2-40B4-BE49-F238E27FC236}">
                    <a16:creationId xmlns:a16="http://schemas.microsoft.com/office/drawing/2014/main" id="{2FDD7603-8FB4-FF82-8063-90DB7B2BF8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583772" y="4225605"/>
                <a:ext cx="2325871" cy="253916"/>
              </a:xfrm>
              <a:prstGeom prst="rect">
                <a:avLst/>
              </a:prstGeom>
              <a:blipFill>
                <a:blip r:embed="rId4"/>
                <a:stretch>
                  <a:fillRect l="-4762" r="-23810" b="-10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6" name="TextBox 1245">
            <a:extLst>
              <a:ext uri="{FF2B5EF4-FFF2-40B4-BE49-F238E27FC236}">
                <a16:creationId xmlns:a16="http://schemas.microsoft.com/office/drawing/2014/main" id="{ECE50574-3827-681C-BD9E-5AF0348A1E7D}"/>
              </a:ext>
            </a:extLst>
          </p:cNvPr>
          <p:cNvSpPr txBox="1"/>
          <p:nvPr/>
        </p:nvSpPr>
        <p:spPr>
          <a:xfrm>
            <a:off x="4675700" y="152232"/>
            <a:ext cx="3490013" cy="2846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400" b="1" dirty="0">
                <a:ln/>
                <a:solidFill>
                  <a:srgbClr val="333333"/>
                </a:solidFill>
                <a:latin typeface="Arial"/>
                <a:cs typeface="Arial"/>
                <a:sym typeface="Arial"/>
                <a:rtl val="0"/>
              </a:rPr>
              <a:t>Alternative emissions factors assessed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20DC66C-0F59-7271-0E69-A12B8823A583}"/>
              </a:ext>
            </a:extLst>
          </p:cNvPr>
          <p:cNvGrpSpPr/>
          <p:nvPr/>
        </p:nvGrpSpPr>
        <p:grpSpPr>
          <a:xfrm>
            <a:off x="1619749" y="1288171"/>
            <a:ext cx="1173725" cy="766167"/>
            <a:chOff x="1485961" y="1720686"/>
            <a:chExt cx="1173725" cy="766167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7E89127-73E5-F635-BA30-B4DC276FFE77}"/>
                </a:ext>
              </a:extLst>
            </p:cNvPr>
            <p:cNvSpPr txBox="1"/>
            <p:nvPr/>
          </p:nvSpPr>
          <p:spPr>
            <a:xfrm>
              <a:off x="1821817" y="1720686"/>
              <a:ext cx="4943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2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Year</a:t>
              </a: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80D8619B-90B7-ED98-F302-2BB10F74E32E}"/>
                </a:ext>
              </a:extLst>
            </p:cNvPr>
            <p:cNvSpPr/>
            <p:nvPr/>
          </p:nvSpPr>
          <p:spPr>
            <a:xfrm>
              <a:off x="1595469" y="2243186"/>
              <a:ext cx="241114" cy="241114"/>
            </a:xfrm>
            <a:custGeom>
              <a:avLst/>
              <a:gdLst>
                <a:gd name="connsiteX0" fmla="*/ 0 w 47561"/>
                <a:gd name="connsiteY0" fmla="*/ 0 h 47561"/>
                <a:gd name="connsiteX1" fmla="*/ 47562 w 47561"/>
                <a:gd name="connsiteY1" fmla="*/ 0 h 47561"/>
                <a:gd name="connsiteX2" fmla="*/ 47562 w 47561"/>
                <a:gd name="connsiteY2" fmla="*/ 47562 h 47561"/>
                <a:gd name="connsiteX3" fmla="*/ 0 w 47561"/>
                <a:gd name="connsiteY3" fmla="*/ 47562 h 47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561" h="47561">
                  <a:moveTo>
                    <a:pt x="0" y="0"/>
                  </a:moveTo>
                  <a:lnTo>
                    <a:pt x="47562" y="0"/>
                  </a:lnTo>
                  <a:lnTo>
                    <a:pt x="47562" y="47562"/>
                  </a:lnTo>
                  <a:lnTo>
                    <a:pt x="0" y="47562"/>
                  </a:lnTo>
                  <a:close/>
                </a:path>
              </a:pathLst>
            </a:custGeom>
            <a:solidFill>
              <a:srgbClr val="595959"/>
            </a:solidFill>
            <a:ln w="32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E0CE2E5-65BB-66C9-0299-90B746565C49}"/>
                </a:ext>
              </a:extLst>
            </p:cNvPr>
            <p:cNvSpPr/>
            <p:nvPr/>
          </p:nvSpPr>
          <p:spPr>
            <a:xfrm>
              <a:off x="1945890" y="2240632"/>
              <a:ext cx="246221" cy="246221"/>
            </a:xfrm>
            <a:custGeom>
              <a:avLst/>
              <a:gdLst>
                <a:gd name="connsiteX0" fmla="*/ 0 w 47561"/>
                <a:gd name="connsiteY0" fmla="*/ 0 h 47561"/>
                <a:gd name="connsiteX1" fmla="*/ 47562 w 47561"/>
                <a:gd name="connsiteY1" fmla="*/ 0 h 47561"/>
                <a:gd name="connsiteX2" fmla="*/ 47562 w 47561"/>
                <a:gd name="connsiteY2" fmla="*/ 47562 h 47561"/>
                <a:gd name="connsiteX3" fmla="*/ 0 w 47561"/>
                <a:gd name="connsiteY3" fmla="*/ 47562 h 47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561" h="47561">
                  <a:moveTo>
                    <a:pt x="0" y="0"/>
                  </a:moveTo>
                  <a:lnTo>
                    <a:pt x="47562" y="0"/>
                  </a:lnTo>
                  <a:lnTo>
                    <a:pt x="47562" y="47562"/>
                  </a:lnTo>
                  <a:lnTo>
                    <a:pt x="0" y="47562"/>
                  </a:lnTo>
                  <a:close/>
                </a:path>
              </a:pathLst>
            </a:custGeom>
            <a:solidFill>
              <a:srgbClr val="595959">
                <a:alpha val="70000"/>
              </a:srgbClr>
            </a:solidFill>
            <a:ln w="32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60EE84F4-8FCF-4F5A-DDD2-0F3BB1C88F4C}"/>
                </a:ext>
              </a:extLst>
            </p:cNvPr>
            <p:cNvSpPr/>
            <p:nvPr/>
          </p:nvSpPr>
          <p:spPr>
            <a:xfrm>
              <a:off x="2303178" y="2240631"/>
              <a:ext cx="246221" cy="246221"/>
            </a:xfrm>
            <a:custGeom>
              <a:avLst/>
              <a:gdLst>
                <a:gd name="connsiteX0" fmla="*/ 0 w 47561"/>
                <a:gd name="connsiteY0" fmla="*/ 0 h 47561"/>
                <a:gd name="connsiteX1" fmla="*/ 47562 w 47561"/>
                <a:gd name="connsiteY1" fmla="*/ 0 h 47561"/>
                <a:gd name="connsiteX2" fmla="*/ 47562 w 47561"/>
                <a:gd name="connsiteY2" fmla="*/ 47562 h 47561"/>
                <a:gd name="connsiteX3" fmla="*/ 0 w 47561"/>
                <a:gd name="connsiteY3" fmla="*/ 47562 h 47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561" h="47561">
                  <a:moveTo>
                    <a:pt x="0" y="0"/>
                  </a:moveTo>
                  <a:lnTo>
                    <a:pt x="47562" y="0"/>
                  </a:lnTo>
                  <a:lnTo>
                    <a:pt x="47562" y="47562"/>
                  </a:lnTo>
                  <a:lnTo>
                    <a:pt x="0" y="47562"/>
                  </a:lnTo>
                  <a:close/>
                </a:path>
              </a:pathLst>
            </a:custGeom>
            <a:solidFill>
              <a:srgbClr val="595959">
                <a:alpha val="40000"/>
              </a:srgbClr>
            </a:solidFill>
            <a:ln w="32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7EE832-4102-C13C-4FC8-4F2FF35BFF89}"/>
                </a:ext>
              </a:extLst>
            </p:cNvPr>
            <p:cNvSpPr txBox="1"/>
            <p:nvPr/>
          </p:nvSpPr>
          <p:spPr>
            <a:xfrm>
              <a:off x="1485961" y="1991791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2025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31E6A4E-79DC-6274-7CE7-4BAE2DB3DE92}"/>
                </a:ext>
              </a:extLst>
            </p:cNvPr>
            <p:cNvSpPr txBox="1"/>
            <p:nvPr/>
          </p:nvSpPr>
          <p:spPr>
            <a:xfrm>
              <a:off x="1836774" y="1991792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2030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81A857-7190-00CF-01A3-4DCF35022F53}"/>
                </a:ext>
              </a:extLst>
            </p:cNvPr>
            <p:cNvSpPr txBox="1"/>
            <p:nvPr/>
          </p:nvSpPr>
          <p:spPr>
            <a:xfrm>
              <a:off x="2192892" y="1991791"/>
              <a:ext cx="46679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sz="1000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2050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935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</TotalTime>
  <Words>116</Words>
  <Application>Microsoft Macintosh PowerPoint</Application>
  <PresentationFormat>Widescreen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Aoyu Zou</dc:creator>
  <cp:lastModifiedBy>Aoyu Zou</cp:lastModifiedBy>
  <cp:revision>3</cp:revision>
  <dcterms:created xsi:type="dcterms:W3CDTF">2025-05-13T02:39:12Z</dcterms:created>
  <dcterms:modified xsi:type="dcterms:W3CDTF">2025-05-13T17:08:09Z</dcterms:modified>
</cp:coreProperties>
</file>