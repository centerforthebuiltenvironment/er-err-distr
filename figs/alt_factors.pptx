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89"/>
    <p:restoredTop sz="94526"/>
  </p:normalViewPr>
  <p:slideViewPr>
    <p:cSldViewPr snapToGrid="0">
      <p:cViewPr>
        <p:scale>
          <a:sx n="106" d="100"/>
          <a:sy n="106" d="100"/>
        </p:scale>
        <p:origin x="14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6F375F-3D7B-C74C-A441-7DBD899A7ADA}" type="datetimeFigureOut">
              <a:rPr lang="en-US" smtClean="0"/>
              <a:t>8/13/25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F0D8F-5951-334E-A635-A0A2641D8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23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F0D8F-5951-334E-A635-A0A2641D82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76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9" indent="0" algn="ctr">
              <a:buNone/>
              <a:defRPr sz="2000"/>
            </a:lvl2pPr>
            <a:lvl3pPr marL="914418" indent="0" algn="ctr">
              <a:buNone/>
              <a:defRPr sz="1800"/>
            </a:lvl3pPr>
            <a:lvl4pPr marL="1371627" indent="0" algn="ctr">
              <a:buNone/>
              <a:defRPr sz="1600"/>
            </a:lvl4pPr>
            <a:lvl5pPr marL="1828837" indent="0" algn="ctr">
              <a:buNone/>
              <a:defRPr sz="1600"/>
            </a:lvl5pPr>
            <a:lvl6pPr marL="2286046" indent="0" algn="ctr">
              <a:buNone/>
              <a:defRPr sz="1600"/>
            </a:lvl6pPr>
            <a:lvl7pPr marL="2743255" indent="0" algn="ctr">
              <a:buNone/>
              <a:defRPr sz="1600"/>
            </a:lvl7pPr>
            <a:lvl8pPr marL="3200464" indent="0" algn="ctr">
              <a:buNone/>
              <a:defRPr sz="1600"/>
            </a:lvl8pPr>
            <a:lvl9pPr marL="365767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62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1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8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3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5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6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7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00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84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4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2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4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6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12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1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7F3C6-471F-5F4E-8C20-AA410BAABE74}" type="datetimeFigureOut">
              <a:rPr lang="en-US" smtClean="0"/>
              <a:t>8/13/25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3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1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1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4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3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2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1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50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8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roup 345">
            <a:extLst>
              <a:ext uri="{FF2B5EF4-FFF2-40B4-BE49-F238E27FC236}">
                <a16:creationId xmlns:a16="http://schemas.microsoft.com/office/drawing/2014/main" id="{ACE61366-C8F0-D48E-606A-83277DF2D446}"/>
              </a:ext>
            </a:extLst>
          </p:cNvPr>
          <p:cNvGrpSpPr/>
          <p:nvPr/>
        </p:nvGrpSpPr>
        <p:grpSpPr>
          <a:xfrm>
            <a:off x="1154301" y="259208"/>
            <a:ext cx="9883397" cy="6292938"/>
            <a:chOff x="1154301" y="259208"/>
            <a:chExt cx="9883397" cy="62929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4" name="TextBox 1243">
                  <a:extLst>
                    <a:ext uri="{FF2B5EF4-FFF2-40B4-BE49-F238E27FC236}">
                      <a16:creationId xmlns:a16="http://schemas.microsoft.com/office/drawing/2014/main" id="{5F4E25D9-0DF8-C676-4D38-9FF9EAEE9D7B}"/>
                    </a:ext>
                  </a:extLst>
                </p:cNvPr>
                <p:cNvSpPr txBox="1"/>
                <p:nvPr/>
              </p:nvSpPr>
              <p:spPr>
                <a:xfrm rot="16200000">
                  <a:off x="1364095" y="1739090"/>
                  <a:ext cx="2311790" cy="253916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200" b="1" dirty="0">
                      <a:ln/>
                      <a:solidFill>
                        <a:srgbClr val="333333"/>
                      </a:solidFill>
                      <a:latin typeface="Arial"/>
                      <a:cs typeface="Arial"/>
                      <a:sym typeface="Arial"/>
                      <a:rtl val="0"/>
                    </a:rPr>
                    <a:t>Emissions rate (</a:t>
                  </a:r>
                  <a14:m>
                    <m:oMath xmlns:m="http://schemas.openxmlformats.org/officeDocument/2006/math">
                      <m:r>
                        <a:rPr lang="en-US" sz="1200" b="1" i="1" smtClean="0">
                          <a:ln/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  <a:rtl val="0"/>
                        </a:rPr>
                        <m:t>𝒈</m:t>
                      </m:r>
                      <m:sSub>
                        <m:sSubPr>
                          <m:ctrlPr>
                            <a:rPr lang="en-US" sz="1200" b="1" i="1" smtClean="0">
                              <a:ln/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n/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𝑪𝑶</m:t>
                          </m:r>
                        </m:e>
                        <m:sub>
                          <m:r>
                            <a:rPr lang="en-US" sz="1200" b="1" i="1" smtClean="0">
                              <a:ln/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ln/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  <a:rtl val="0"/>
                        </a:rPr>
                        <m:t>𝒆</m:t>
                      </m:r>
                      <m:r>
                        <a:rPr lang="en-US" sz="1200" b="1" i="1" smtClean="0">
                          <a:ln/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  <a:rtl val="0"/>
                        </a:rPr>
                        <m:t>/</m:t>
                      </m:r>
                      <m:r>
                        <a:rPr lang="en-US" sz="1200" b="1" i="1" smtClean="0">
                          <a:ln/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  <a:rtl val="0"/>
                        </a:rPr>
                        <m:t>𝒌𝑾𝒉</m:t>
                      </m:r>
                    </m:oMath>
                  </a14:m>
                  <a:r>
                    <a:rPr lang="en-US" sz="1200" b="1" dirty="0">
                      <a:ln/>
                      <a:solidFill>
                        <a:srgbClr val="333333"/>
                      </a:solidFill>
                      <a:latin typeface="Arial"/>
                      <a:cs typeface="Arial"/>
                      <a:sym typeface="Arial"/>
                      <a:rtl val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244" name="TextBox 1243">
                  <a:extLst>
                    <a:ext uri="{FF2B5EF4-FFF2-40B4-BE49-F238E27FC236}">
                      <a16:creationId xmlns:a16="http://schemas.microsoft.com/office/drawing/2014/main" id="{5F4E25D9-0DF8-C676-4D38-9FF9EAEE9D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364095" y="1739090"/>
                  <a:ext cx="2311790" cy="253916"/>
                </a:xfrm>
                <a:prstGeom prst="rect">
                  <a:avLst/>
                </a:prstGeom>
                <a:blipFill>
                  <a:blip r:embed="rId3"/>
                  <a:stretch>
                    <a:fillRect l="-4762" r="-23810" b="-10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5" name="TextBox 1244">
                  <a:extLst>
                    <a:ext uri="{FF2B5EF4-FFF2-40B4-BE49-F238E27FC236}">
                      <a16:creationId xmlns:a16="http://schemas.microsoft.com/office/drawing/2014/main" id="{2FDD7603-8FB4-FF82-8063-90DB7B2BF813}"/>
                    </a:ext>
                  </a:extLst>
                </p:cNvPr>
                <p:cNvSpPr txBox="1"/>
                <p:nvPr/>
              </p:nvSpPr>
              <p:spPr>
                <a:xfrm rot="16200000">
                  <a:off x="118323" y="4810004"/>
                  <a:ext cx="2325871" cy="253916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200" b="1" dirty="0">
                      <a:ln/>
                      <a:solidFill>
                        <a:srgbClr val="333333"/>
                      </a:solidFill>
                      <a:latin typeface="Arial"/>
                      <a:cs typeface="Arial"/>
                      <a:sym typeface="Arial"/>
                      <a:rtl val="0"/>
                    </a:rPr>
                    <a:t>Emissions rate (</a:t>
                  </a:r>
                  <a14:m>
                    <m:oMath xmlns:m="http://schemas.openxmlformats.org/officeDocument/2006/math">
                      <m:r>
                        <a:rPr lang="en-US" sz="1200" b="1" i="1" smtClean="0">
                          <a:ln/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  <a:rtl val="0"/>
                        </a:rPr>
                        <m:t>𝒈</m:t>
                      </m:r>
                      <m:sSub>
                        <m:sSubPr>
                          <m:ctrlPr>
                            <a:rPr lang="en-US" sz="1200" b="1" i="1" smtClean="0">
                              <a:ln/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n/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𝑪𝑶</m:t>
                          </m:r>
                        </m:e>
                        <m:sub>
                          <m:r>
                            <a:rPr lang="en-US" sz="1200" b="1" i="1" smtClean="0">
                              <a:ln/>
                              <a:solidFill>
                                <a:srgbClr val="333333"/>
                              </a:solidFill>
                              <a:latin typeface="Cambria Math" panose="02040503050406030204" pitchFamily="18" charset="0"/>
                              <a:cs typeface="Arial"/>
                              <a:sym typeface="Arial"/>
                              <a:rtl val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ln/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  <a:rtl val="0"/>
                        </a:rPr>
                        <m:t>𝒆</m:t>
                      </m:r>
                      <m:r>
                        <a:rPr lang="en-US" sz="1200" b="1" i="1" smtClean="0">
                          <a:ln/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  <a:rtl val="0"/>
                        </a:rPr>
                        <m:t>/</m:t>
                      </m:r>
                      <m:r>
                        <a:rPr lang="en-US" sz="1200" b="1" i="1" smtClean="0">
                          <a:ln/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  <a:rtl val="0"/>
                        </a:rPr>
                        <m:t>𝒌𝑾𝒉</m:t>
                      </m:r>
                      <m:r>
                        <a:rPr lang="en-US" sz="1200" b="1" i="1" smtClean="0">
                          <a:ln/>
                          <a:solidFill>
                            <a:srgbClr val="333333"/>
                          </a:solidFill>
                          <a:latin typeface="Cambria Math" panose="02040503050406030204" pitchFamily="18" charset="0"/>
                          <a:cs typeface="Arial"/>
                          <a:sym typeface="Arial"/>
                          <a:rtl val="0"/>
                        </a:rPr>
                        <m:t>)</m:t>
                      </m:r>
                    </m:oMath>
                  </a14:m>
                  <a:endParaRPr lang="en-US" sz="1200" b="1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endParaRPr>
                </a:p>
              </p:txBody>
            </p:sp>
          </mc:Choice>
          <mc:Fallback xmlns="">
            <p:sp>
              <p:nvSpPr>
                <p:cNvPr id="1245" name="TextBox 1244">
                  <a:extLst>
                    <a:ext uri="{FF2B5EF4-FFF2-40B4-BE49-F238E27FC236}">
                      <a16:creationId xmlns:a16="http://schemas.microsoft.com/office/drawing/2014/main" id="{2FDD7603-8FB4-FF82-8063-90DB7B2BF8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8323" y="4810004"/>
                  <a:ext cx="2325871" cy="253916"/>
                </a:xfrm>
                <a:prstGeom prst="rect">
                  <a:avLst/>
                </a:prstGeom>
                <a:blipFill>
                  <a:blip r:embed="rId4"/>
                  <a:stretch>
                    <a:fillRect l="-4762" r="-23810" b="-5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46" name="TextBox 1245">
              <a:extLst>
                <a:ext uri="{FF2B5EF4-FFF2-40B4-BE49-F238E27FC236}">
                  <a16:creationId xmlns:a16="http://schemas.microsoft.com/office/drawing/2014/main" id="{ECE50574-3827-681C-BD9E-5AF0348A1E7D}"/>
                </a:ext>
              </a:extLst>
            </p:cNvPr>
            <p:cNvSpPr txBox="1"/>
            <p:nvPr/>
          </p:nvSpPr>
          <p:spPr>
            <a:xfrm>
              <a:off x="2823396" y="259208"/>
              <a:ext cx="6534050" cy="34624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b="1" dirty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Average emissions factors at different temporal resolution</a:t>
              </a:r>
            </a:p>
          </p:txBody>
        </p:sp>
        <p:grpSp>
          <p:nvGrpSpPr>
            <p:cNvPr id="344" name="Group 343">
              <a:extLst>
                <a:ext uri="{FF2B5EF4-FFF2-40B4-BE49-F238E27FC236}">
                  <a16:creationId xmlns:a16="http://schemas.microsoft.com/office/drawing/2014/main" id="{AED8980E-4F81-D890-8AD7-7C1D4988ED9B}"/>
                </a:ext>
              </a:extLst>
            </p:cNvPr>
            <p:cNvGrpSpPr/>
            <p:nvPr/>
          </p:nvGrpSpPr>
          <p:grpSpPr>
            <a:xfrm>
              <a:off x="1447117" y="924401"/>
              <a:ext cx="671438" cy="1971584"/>
              <a:chOff x="1052420" y="993445"/>
              <a:chExt cx="671438" cy="1971584"/>
            </a:xfrm>
          </p:grpSpPr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7E89127-73E5-F635-BA30-B4DC276FFE77}"/>
                  </a:ext>
                </a:extLst>
              </p:cNvPr>
              <p:cNvSpPr txBox="1"/>
              <p:nvPr/>
            </p:nvSpPr>
            <p:spPr>
              <a:xfrm>
                <a:off x="1140956" y="993445"/>
                <a:ext cx="49436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Year</a:t>
                </a: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0D8619B-90B7-ED98-F302-2BB10F74E32E}"/>
                  </a:ext>
                </a:extLst>
              </p:cNvPr>
              <p:cNvSpPr/>
              <p:nvPr/>
            </p:nvSpPr>
            <p:spPr>
              <a:xfrm>
                <a:off x="1173679" y="1663533"/>
                <a:ext cx="417216" cy="417216"/>
              </a:xfrm>
              <a:custGeom>
                <a:avLst/>
                <a:gdLst>
                  <a:gd name="connsiteX0" fmla="*/ 0 w 47561"/>
                  <a:gd name="connsiteY0" fmla="*/ 0 h 47561"/>
                  <a:gd name="connsiteX1" fmla="*/ 47562 w 47561"/>
                  <a:gd name="connsiteY1" fmla="*/ 0 h 47561"/>
                  <a:gd name="connsiteX2" fmla="*/ 47562 w 47561"/>
                  <a:gd name="connsiteY2" fmla="*/ 47562 h 47561"/>
                  <a:gd name="connsiteX3" fmla="*/ 0 w 47561"/>
                  <a:gd name="connsiteY3" fmla="*/ 47562 h 47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561" h="47561">
                    <a:moveTo>
                      <a:pt x="0" y="0"/>
                    </a:moveTo>
                    <a:lnTo>
                      <a:pt x="47562" y="0"/>
                    </a:lnTo>
                    <a:lnTo>
                      <a:pt x="47562" y="47562"/>
                    </a:lnTo>
                    <a:lnTo>
                      <a:pt x="0" y="47562"/>
                    </a:lnTo>
                    <a:close/>
                  </a:path>
                </a:pathLst>
              </a:custGeom>
              <a:solidFill>
                <a:srgbClr val="595959"/>
              </a:solidFill>
              <a:ln w="32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60EE84F4-8FCF-4F5A-DDD2-0F3BB1C88F4C}"/>
                  </a:ext>
                </a:extLst>
              </p:cNvPr>
              <p:cNvSpPr/>
              <p:nvPr/>
            </p:nvSpPr>
            <p:spPr>
              <a:xfrm>
                <a:off x="1158583" y="2547812"/>
                <a:ext cx="417217" cy="417217"/>
              </a:xfrm>
              <a:custGeom>
                <a:avLst/>
                <a:gdLst>
                  <a:gd name="connsiteX0" fmla="*/ 0 w 47561"/>
                  <a:gd name="connsiteY0" fmla="*/ 0 h 47561"/>
                  <a:gd name="connsiteX1" fmla="*/ 47562 w 47561"/>
                  <a:gd name="connsiteY1" fmla="*/ 0 h 47561"/>
                  <a:gd name="connsiteX2" fmla="*/ 47562 w 47561"/>
                  <a:gd name="connsiteY2" fmla="*/ 47562 h 47561"/>
                  <a:gd name="connsiteX3" fmla="*/ 0 w 47561"/>
                  <a:gd name="connsiteY3" fmla="*/ 47562 h 47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561" h="47561">
                    <a:moveTo>
                      <a:pt x="0" y="0"/>
                    </a:moveTo>
                    <a:lnTo>
                      <a:pt x="47562" y="0"/>
                    </a:lnTo>
                    <a:lnTo>
                      <a:pt x="47562" y="47562"/>
                    </a:lnTo>
                    <a:lnTo>
                      <a:pt x="0" y="47562"/>
                    </a:lnTo>
                    <a:close/>
                  </a:path>
                </a:pathLst>
              </a:custGeom>
              <a:solidFill>
                <a:srgbClr val="595959">
                  <a:alpha val="40000"/>
                </a:srgbClr>
              </a:solidFill>
              <a:ln w="320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67EE832-4102-C13C-4FC8-4F2FF35BFF89}"/>
                  </a:ext>
                </a:extLst>
              </p:cNvPr>
              <p:cNvSpPr txBox="1"/>
              <p:nvPr/>
            </p:nvSpPr>
            <p:spPr>
              <a:xfrm>
                <a:off x="1052420" y="1360221"/>
                <a:ext cx="6714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2025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581A857-7190-00CF-01A3-4DCF35022F53}"/>
                  </a:ext>
                </a:extLst>
              </p:cNvPr>
              <p:cNvSpPr txBox="1"/>
              <p:nvPr/>
            </p:nvSpPr>
            <p:spPr>
              <a:xfrm>
                <a:off x="1052420" y="2253008"/>
                <a:ext cx="67143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2050</a:t>
                </a:r>
              </a:p>
            </p:txBody>
          </p:sp>
        </p:grp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9F9B50AC-E2B1-62F4-A75E-53011EDC68AB}"/>
                </a:ext>
              </a:extLst>
            </p:cNvPr>
            <p:cNvGrpSpPr/>
            <p:nvPr/>
          </p:nvGrpSpPr>
          <p:grpSpPr>
            <a:xfrm>
              <a:off x="2679148" y="802876"/>
              <a:ext cx="2085875" cy="2189092"/>
              <a:chOff x="3054343" y="468636"/>
              <a:chExt cx="2085875" cy="2189092"/>
            </a:xfrm>
          </p:grpSpPr>
          <p:grpSp>
            <p:nvGrpSpPr>
              <p:cNvPr id="53" name="Graphic 4">
                <a:extLst>
                  <a:ext uri="{FF2B5EF4-FFF2-40B4-BE49-F238E27FC236}">
                    <a16:creationId xmlns:a16="http://schemas.microsoft.com/office/drawing/2014/main" id="{5BB21579-CAC8-7BB9-489D-51A51D860FDE}"/>
                  </a:ext>
                </a:extLst>
              </p:cNvPr>
              <p:cNvGrpSpPr/>
              <p:nvPr/>
            </p:nvGrpSpPr>
            <p:grpSpPr>
              <a:xfrm>
                <a:off x="3058588" y="468636"/>
                <a:ext cx="1792510" cy="2189092"/>
                <a:chOff x="645836" y="124490"/>
                <a:chExt cx="2589967" cy="3162985"/>
              </a:xfrm>
            </p:grpSpPr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D0FA2D9-7C71-1303-CF1D-824F9430C6ED}"/>
                    </a:ext>
                  </a:extLst>
                </p:cNvPr>
                <p:cNvSpPr txBox="1"/>
                <p:nvPr/>
              </p:nvSpPr>
              <p:spPr>
                <a:xfrm>
                  <a:off x="724599" y="2797935"/>
                  <a:ext cx="302027" cy="322409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</a:t>
                  </a:r>
                </a:p>
              </p:txBody>
            </p: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B7D33DF3-F109-2FA6-45BB-1D8CE2BE919A}"/>
                    </a:ext>
                  </a:extLst>
                </p:cNvPr>
                <p:cNvSpPr txBox="1"/>
                <p:nvPr/>
              </p:nvSpPr>
              <p:spPr>
                <a:xfrm>
                  <a:off x="677021" y="2380729"/>
                  <a:ext cx="403937" cy="322409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50</a:t>
                  </a:r>
                </a:p>
              </p:txBody>
            </p:sp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934B5CCE-8829-AA37-E9AC-540848BC0D7B}"/>
                    </a:ext>
                  </a:extLst>
                </p:cNvPr>
                <p:cNvSpPr txBox="1"/>
                <p:nvPr/>
              </p:nvSpPr>
              <p:spPr>
                <a:xfrm>
                  <a:off x="645836" y="1968469"/>
                  <a:ext cx="505848" cy="322409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100</a:t>
                  </a: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91B4538D-2A2C-D5B1-2630-F32B3E8EF195}"/>
                    </a:ext>
                  </a:extLst>
                </p:cNvPr>
                <p:cNvSpPr txBox="1"/>
                <p:nvPr/>
              </p:nvSpPr>
              <p:spPr>
                <a:xfrm>
                  <a:off x="645840" y="1566871"/>
                  <a:ext cx="505848" cy="322409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150</a:t>
                  </a:r>
                </a:p>
              </p:txBody>
            </p:sp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DD3B5ED9-6BAB-914D-BDFA-C0A277061391}"/>
                    </a:ext>
                  </a:extLst>
                </p:cNvPr>
                <p:cNvSpPr txBox="1"/>
                <p:nvPr/>
              </p:nvSpPr>
              <p:spPr>
                <a:xfrm>
                  <a:off x="645840" y="1154196"/>
                  <a:ext cx="505848" cy="322409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200</a:t>
                  </a:r>
                </a:p>
              </p:txBody>
            </p:sp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42379E6C-C4FC-EAAE-DC3B-F3B3DE5CD496}"/>
                    </a:ext>
                  </a:extLst>
                </p:cNvPr>
                <p:cNvSpPr txBox="1"/>
                <p:nvPr/>
              </p:nvSpPr>
              <p:spPr>
                <a:xfrm>
                  <a:off x="645840" y="741521"/>
                  <a:ext cx="505848" cy="322409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250</a:t>
                  </a:r>
                </a:p>
              </p:txBody>
            </p: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F825C71-DEC2-2719-A4E0-5D0025825A05}"/>
                    </a:ext>
                  </a:extLst>
                </p:cNvPr>
                <p:cNvSpPr txBox="1"/>
                <p:nvPr/>
              </p:nvSpPr>
              <p:spPr>
                <a:xfrm>
                  <a:off x="1517524" y="2965066"/>
                  <a:ext cx="607758" cy="322409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2025</a:t>
                  </a:r>
                </a:p>
              </p:txBody>
            </p:sp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99D92832-CEEB-EAA0-7CA9-AE203BC0B0A9}"/>
                    </a:ext>
                  </a:extLst>
                </p:cNvPr>
                <p:cNvSpPr txBox="1"/>
                <p:nvPr/>
              </p:nvSpPr>
              <p:spPr>
                <a:xfrm>
                  <a:off x="2573259" y="2965065"/>
                  <a:ext cx="607758" cy="322409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2050</a:t>
                  </a: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2ECF4D90-1D8D-1F21-9731-7620BD90772E}"/>
                    </a:ext>
                  </a:extLst>
                </p:cNvPr>
                <p:cNvSpPr txBox="1"/>
                <p:nvPr/>
              </p:nvSpPr>
              <p:spPr>
                <a:xfrm>
                  <a:off x="1245302" y="124490"/>
                  <a:ext cx="1990501" cy="366879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200" b="1" dirty="0">
                      <a:ln/>
                      <a:solidFill>
                        <a:srgbClr val="333333"/>
                      </a:solidFill>
                      <a:latin typeface="Arial"/>
                      <a:cs typeface="Arial"/>
                      <a:sym typeface="Arial"/>
                      <a:rtl val="0"/>
                    </a:rPr>
                    <a:t>Annual averaged</a:t>
                  </a:r>
                </a:p>
              </p:txBody>
            </p:sp>
          </p:grp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67CEF0C3-FE9E-773E-1945-C3A07B1762D7}"/>
                  </a:ext>
                </a:extLst>
              </p:cNvPr>
              <p:cNvGrpSpPr/>
              <p:nvPr/>
            </p:nvGrpSpPr>
            <p:grpSpPr>
              <a:xfrm>
                <a:off x="3054343" y="611542"/>
                <a:ext cx="2085875" cy="1821828"/>
                <a:chOff x="3054343" y="611542"/>
                <a:chExt cx="2085875" cy="1821828"/>
              </a:xfrm>
            </p:grpSpPr>
            <p:grpSp>
              <p:nvGrpSpPr>
                <p:cNvPr id="2" name="Graphic 4">
                  <a:extLst>
                    <a:ext uri="{FF2B5EF4-FFF2-40B4-BE49-F238E27FC236}">
                      <a16:creationId xmlns:a16="http://schemas.microsoft.com/office/drawing/2014/main" id="{39F89A37-F19F-E4C4-AF64-C2BA46D01032}"/>
                    </a:ext>
                  </a:extLst>
                </p:cNvPr>
                <p:cNvGrpSpPr/>
                <p:nvPr/>
              </p:nvGrpSpPr>
              <p:grpSpPr>
                <a:xfrm>
                  <a:off x="3350237" y="716216"/>
                  <a:ext cx="1789981" cy="1717154"/>
                  <a:chOff x="2416116" y="684143"/>
                  <a:chExt cx="2696444" cy="2586738"/>
                </a:xfrm>
              </p:grpSpPr>
              <p:sp>
                <p:nvSpPr>
                  <p:cNvPr id="3" name="Freeform 2">
                    <a:extLst>
                      <a:ext uri="{FF2B5EF4-FFF2-40B4-BE49-F238E27FC236}">
                        <a16:creationId xmlns:a16="http://schemas.microsoft.com/office/drawing/2014/main" id="{5D69B580-0197-5368-EF80-003495F972BC}"/>
                      </a:ext>
                    </a:extLst>
                  </p:cNvPr>
                  <p:cNvSpPr/>
                  <p:nvPr/>
                </p:nvSpPr>
                <p:spPr>
                  <a:xfrm>
                    <a:off x="2416116" y="3265620"/>
                    <a:ext cx="2696444" cy="5261"/>
                  </a:xfrm>
                  <a:custGeom>
                    <a:avLst/>
                    <a:gdLst>
                      <a:gd name="connsiteX0" fmla="*/ 0 w 2696444"/>
                      <a:gd name="connsiteY0" fmla="*/ 0 h 5261"/>
                      <a:gd name="connsiteX1" fmla="*/ 2696445 w 2696444"/>
                      <a:gd name="connsiteY1" fmla="*/ 0 h 52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696444" h="5261">
                        <a:moveTo>
                          <a:pt x="0" y="0"/>
                        </a:moveTo>
                        <a:lnTo>
                          <a:pt x="2696445" y="0"/>
                        </a:lnTo>
                      </a:path>
                    </a:pathLst>
                  </a:custGeom>
                  <a:noFill/>
                  <a:ln w="2787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4" name="Freeform 3">
                    <a:extLst>
                      <a:ext uri="{FF2B5EF4-FFF2-40B4-BE49-F238E27FC236}">
                        <a16:creationId xmlns:a16="http://schemas.microsoft.com/office/drawing/2014/main" id="{BF2A5572-4D7A-1F53-0779-7ADF88249B38}"/>
                      </a:ext>
                    </a:extLst>
                  </p:cNvPr>
                  <p:cNvSpPr/>
                  <p:nvPr/>
                </p:nvSpPr>
                <p:spPr>
                  <a:xfrm>
                    <a:off x="2416116" y="2835374"/>
                    <a:ext cx="2696444" cy="5261"/>
                  </a:xfrm>
                  <a:custGeom>
                    <a:avLst/>
                    <a:gdLst>
                      <a:gd name="connsiteX0" fmla="*/ 0 w 2696444"/>
                      <a:gd name="connsiteY0" fmla="*/ 0 h 5261"/>
                      <a:gd name="connsiteX1" fmla="*/ 2696445 w 2696444"/>
                      <a:gd name="connsiteY1" fmla="*/ 0 h 52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696444" h="5261">
                        <a:moveTo>
                          <a:pt x="0" y="0"/>
                        </a:moveTo>
                        <a:lnTo>
                          <a:pt x="2696445" y="0"/>
                        </a:lnTo>
                      </a:path>
                    </a:pathLst>
                  </a:custGeom>
                  <a:noFill/>
                  <a:ln w="2787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5" name="Freeform 4">
                    <a:extLst>
                      <a:ext uri="{FF2B5EF4-FFF2-40B4-BE49-F238E27FC236}">
                        <a16:creationId xmlns:a16="http://schemas.microsoft.com/office/drawing/2014/main" id="{36286C91-D930-006A-4CA7-D07857187556}"/>
                      </a:ext>
                    </a:extLst>
                  </p:cNvPr>
                  <p:cNvSpPr/>
                  <p:nvPr/>
                </p:nvSpPr>
                <p:spPr>
                  <a:xfrm>
                    <a:off x="2416116" y="2405128"/>
                    <a:ext cx="2696444" cy="5261"/>
                  </a:xfrm>
                  <a:custGeom>
                    <a:avLst/>
                    <a:gdLst>
                      <a:gd name="connsiteX0" fmla="*/ 0 w 2696444"/>
                      <a:gd name="connsiteY0" fmla="*/ 0 h 5261"/>
                      <a:gd name="connsiteX1" fmla="*/ 2696445 w 2696444"/>
                      <a:gd name="connsiteY1" fmla="*/ 0 h 52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696444" h="5261">
                        <a:moveTo>
                          <a:pt x="0" y="0"/>
                        </a:moveTo>
                        <a:lnTo>
                          <a:pt x="2696445" y="0"/>
                        </a:lnTo>
                      </a:path>
                    </a:pathLst>
                  </a:custGeom>
                  <a:noFill/>
                  <a:ln w="2787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6" name="Freeform 5">
                    <a:extLst>
                      <a:ext uri="{FF2B5EF4-FFF2-40B4-BE49-F238E27FC236}">
                        <a16:creationId xmlns:a16="http://schemas.microsoft.com/office/drawing/2014/main" id="{4397AC49-B314-B3C3-445E-C255FE7DBAC6}"/>
                      </a:ext>
                    </a:extLst>
                  </p:cNvPr>
                  <p:cNvSpPr/>
                  <p:nvPr/>
                </p:nvSpPr>
                <p:spPr>
                  <a:xfrm>
                    <a:off x="2416116" y="1974882"/>
                    <a:ext cx="2696444" cy="5261"/>
                  </a:xfrm>
                  <a:custGeom>
                    <a:avLst/>
                    <a:gdLst>
                      <a:gd name="connsiteX0" fmla="*/ 0 w 2696444"/>
                      <a:gd name="connsiteY0" fmla="*/ 0 h 5261"/>
                      <a:gd name="connsiteX1" fmla="*/ 2696445 w 2696444"/>
                      <a:gd name="connsiteY1" fmla="*/ 0 h 52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696444" h="5261">
                        <a:moveTo>
                          <a:pt x="0" y="0"/>
                        </a:moveTo>
                        <a:lnTo>
                          <a:pt x="2696445" y="0"/>
                        </a:lnTo>
                      </a:path>
                    </a:pathLst>
                  </a:custGeom>
                  <a:noFill/>
                  <a:ln w="2787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7" name="Freeform 6">
                    <a:extLst>
                      <a:ext uri="{FF2B5EF4-FFF2-40B4-BE49-F238E27FC236}">
                        <a16:creationId xmlns:a16="http://schemas.microsoft.com/office/drawing/2014/main" id="{F6C19F86-A2B3-2A72-AA4F-E43C38F3A6A5}"/>
                      </a:ext>
                    </a:extLst>
                  </p:cNvPr>
                  <p:cNvSpPr/>
                  <p:nvPr/>
                </p:nvSpPr>
                <p:spPr>
                  <a:xfrm>
                    <a:off x="2416116" y="1544636"/>
                    <a:ext cx="2696444" cy="5261"/>
                  </a:xfrm>
                  <a:custGeom>
                    <a:avLst/>
                    <a:gdLst>
                      <a:gd name="connsiteX0" fmla="*/ 0 w 2696444"/>
                      <a:gd name="connsiteY0" fmla="*/ 0 h 5261"/>
                      <a:gd name="connsiteX1" fmla="*/ 2696445 w 2696444"/>
                      <a:gd name="connsiteY1" fmla="*/ 0 h 52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696444" h="5261">
                        <a:moveTo>
                          <a:pt x="0" y="0"/>
                        </a:moveTo>
                        <a:lnTo>
                          <a:pt x="2696445" y="0"/>
                        </a:lnTo>
                      </a:path>
                    </a:pathLst>
                  </a:custGeom>
                  <a:noFill/>
                  <a:ln w="2787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8" name="Freeform 7">
                    <a:extLst>
                      <a:ext uri="{FF2B5EF4-FFF2-40B4-BE49-F238E27FC236}">
                        <a16:creationId xmlns:a16="http://schemas.microsoft.com/office/drawing/2014/main" id="{FE1A3A38-A45C-E2E8-9792-A35B2EDE4681}"/>
                      </a:ext>
                    </a:extLst>
                  </p:cNvPr>
                  <p:cNvSpPr/>
                  <p:nvPr/>
                </p:nvSpPr>
                <p:spPr>
                  <a:xfrm>
                    <a:off x="2416116" y="1114389"/>
                    <a:ext cx="2696444" cy="5261"/>
                  </a:xfrm>
                  <a:custGeom>
                    <a:avLst/>
                    <a:gdLst>
                      <a:gd name="connsiteX0" fmla="*/ 0 w 2696444"/>
                      <a:gd name="connsiteY0" fmla="*/ 0 h 5261"/>
                      <a:gd name="connsiteX1" fmla="*/ 2696445 w 2696444"/>
                      <a:gd name="connsiteY1" fmla="*/ 0 h 52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696444" h="5261">
                        <a:moveTo>
                          <a:pt x="0" y="0"/>
                        </a:moveTo>
                        <a:lnTo>
                          <a:pt x="2696445" y="0"/>
                        </a:lnTo>
                      </a:path>
                    </a:pathLst>
                  </a:custGeom>
                  <a:noFill/>
                  <a:ln w="2787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9" name="Freeform 8">
                    <a:extLst>
                      <a:ext uri="{FF2B5EF4-FFF2-40B4-BE49-F238E27FC236}">
                        <a16:creationId xmlns:a16="http://schemas.microsoft.com/office/drawing/2014/main" id="{B62D0C49-63D6-ED9D-CBAE-62E459B94331}"/>
                      </a:ext>
                    </a:extLst>
                  </p:cNvPr>
                  <p:cNvSpPr/>
                  <p:nvPr/>
                </p:nvSpPr>
                <p:spPr>
                  <a:xfrm>
                    <a:off x="2416116" y="684143"/>
                    <a:ext cx="2696444" cy="5261"/>
                  </a:xfrm>
                  <a:custGeom>
                    <a:avLst/>
                    <a:gdLst>
                      <a:gd name="connsiteX0" fmla="*/ 0 w 2696444"/>
                      <a:gd name="connsiteY0" fmla="*/ 0 h 5261"/>
                      <a:gd name="connsiteX1" fmla="*/ 2696445 w 2696444"/>
                      <a:gd name="connsiteY1" fmla="*/ 0 h 52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696444" h="5261">
                        <a:moveTo>
                          <a:pt x="0" y="0"/>
                        </a:moveTo>
                        <a:lnTo>
                          <a:pt x="2696445" y="0"/>
                        </a:lnTo>
                      </a:path>
                    </a:pathLst>
                  </a:custGeom>
                  <a:noFill/>
                  <a:ln w="2787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" name="Freeform 9">
                    <a:extLst>
                      <a:ext uri="{FF2B5EF4-FFF2-40B4-BE49-F238E27FC236}">
                        <a16:creationId xmlns:a16="http://schemas.microsoft.com/office/drawing/2014/main" id="{CF3F70A0-C897-AF11-7F86-1AA12C64A5AB}"/>
                      </a:ext>
                    </a:extLst>
                  </p:cNvPr>
                  <p:cNvSpPr/>
                  <p:nvPr/>
                </p:nvSpPr>
                <p:spPr>
                  <a:xfrm>
                    <a:off x="2846351" y="1562683"/>
                    <a:ext cx="758363" cy="1702936"/>
                  </a:xfrm>
                  <a:custGeom>
                    <a:avLst/>
                    <a:gdLst>
                      <a:gd name="connsiteX0" fmla="*/ 0 w 758363"/>
                      <a:gd name="connsiteY0" fmla="*/ 0 h 1702937"/>
                      <a:gd name="connsiteX1" fmla="*/ 758364 w 758363"/>
                      <a:gd name="connsiteY1" fmla="*/ 0 h 1702937"/>
                      <a:gd name="connsiteX2" fmla="*/ 758364 w 758363"/>
                      <a:gd name="connsiteY2" fmla="*/ 1702937 h 1702937"/>
                      <a:gd name="connsiteX3" fmla="*/ 0 w 758363"/>
                      <a:gd name="connsiteY3" fmla="*/ 1702937 h 1702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58363" h="1702937">
                        <a:moveTo>
                          <a:pt x="0" y="0"/>
                        </a:moveTo>
                        <a:lnTo>
                          <a:pt x="758364" y="0"/>
                        </a:lnTo>
                        <a:lnTo>
                          <a:pt x="758364" y="1702937"/>
                        </a:lnTo>
                        <a:lnTo>
                          <a:pt x="0" y="1702937"/>
                        </a:lnTo>
                        <a:close/>
                      </a:path>
                    </a:pathLst>
                  </a:custGeom>
                  <a:solidFill>
                    <a:srgbClr val="E68B81"/>
                  </a:solidFill>
                  <a:ln w="562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2" name="Freeform 11">
                    <a:extLst>
                      <a:ext uri="{FF2B5EF4-FFF2-40B4-BE49-F238E27FC236}">
                        <a16:creationId xmlns:a16="http://schemas.microsoft.com/office/drawing/2014/main" id="{CAE28F1A-63E3-6CFF-1431-192BCA6EF5DA}"/>
                      </a:ext>
                    </a:extLst>
                  </p:cNvPr>
                  <p:cNvSpPr/>
                  <p:nvPr/>
                </p:nvSpPr>
                <p:spPr>
                  <a:xfrm>
                    <a:off x="3923908" y="3016955"/>
                    <a:ext cx="758363" cy="248666"/>
                  </a:xfrm>
                  <a:custGeom>
                    <a:avLst/>
                    <a:gdLst>
                      <a:gd name="connsiteX0" fmla="*/ 0 w 758363"/>
                      <a:gd name="connsiteY0" fmla="*/ 0 h 248666"/>
                      <a:gd name="connsiteX1" fmla="*/ 758364 w 758363"/>
                      <a:gd name="connsiteY1" fmla="*/ 0 h 248666"/>
                      <a:gd name="connsiteX2" fmla="*/ 758364 w 758363"/>
                      <a:gd name="connsiteY2" fmla="*/ 248666 h 248666"/>
                      <a:gd name="connsiteX3" fmla="*/ 0 w 758363"/>
                      <a:gd name="connsiteY3" fmla="*/ 248666 h 2486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758363" h="248666">
                        <a:moveTo>
                          <a:pt x="0" y="0"/>
                        </a:moveTo>
                        <a:lnTo>
                          <a:pt x="758364" y="0"/>
                        </a:lnTo>
                        <a:lnTo>
                          <a:pt x="758364" y="248666"/>
                        </a:lnTo>
                        <a:lnTo>
                          <a:pt x="0" y="248666"/>
                        </a:lnTo>
                        <a:close/>
                      </a:path>
                    </a:pathLst>
                  </a:custGeom>
                  <a:solidFill>
                    <a:srgbClr val="E68B81">
                      <a:alpha val="40000"/>
                    </a:srgbClr>
                  </a:solidFill>
                  <a:ln w="5627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9761115-131F-77E1-3BD9-EC918CA0E8C5}"/>
                    </a:ext>
                  </a:extLst>
                </p:cNvPr>
                <p:cNvSpPr txBox="1"/>
                <p:nvPr/>
              </p:nvSpPr>
              <p:spPr>
                <a:xfrm>
                  <a:off x="3054343" y="611542"/>
                  <a:ext cx="350096" cy="223138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300</a:t>
                  </a:r>
                </a:p>
              </p:txBody>
            </p:sp>
          </p:grp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2E4DAEE-A0FE-6F1B-BC6B-2A7B2D5A16B1}"/>
                </a:ext>
              </a:extLst>
            </p:cNvPr>
            <p:cNvGrpSpPr/>
            <p:nvPr/>
          </p:nvGrpSpPr>
          <p:grpSpPr>
            <a:xfrm>
              <a:off x="5536592" y="785593"/>
              <a:ext cx="1811859" cy="2197163"/>
              <a:chOff x="5465226" y="466973"/>
              <a:chExt cx="1811859" cy="2197163"/>
            </a:xfrm>
          </p:grpSpPr>
          <p:grpSp>
            <p:nvGrpSpPr>
              <p:cNvPr id="142" name="Graphic 74">
                <a:extLst>
                  <a:ext uri="{FF2B5EF4-FFF2-40B4-BE49-F238E27FC236}">
                    <a16:creationId xmlns:a16="http://schemas.microsoft.com/office/drawing/2014/main" id="{F946CA95-AD24-35F2-4D07-01C18F117D2E}"/>
                  </a:ext>
                </a:extLst>
              </p:cNvPr>
              <p:cNvGrpSpPr/>
              <p:nvPr/>
            </p:nvGrpSpPr>
            <p:grpSpPr>
              <a:xfrm>
                <a:off x="5465226" y="466973"/>
                <a:ext cx="1791269" cy="2197163"/>
                <a:chOff x="4128313" y="148426"/>
                <a:chExt cx="2588176" cy="3174642"/>
              </a:xfrm>
            </p:grpSpPr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C26794C1-4B7F-6528-1EDB-E048DC064C56}"/>
                    </a:ext>
                  </a:extLst>
                </p:cNvPr>
                <p:cNvSpPr txBox="1"/>
                <p:nvPr/>
              </p:nvSpPr>
              <p:spPr>
                <a:xfrm>
                  <a:off x="4128313" y="2992949"/>
                  <a:ext cx="702722" cy="322408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spring</a:t>
                  </a:r>
                </a:p>
              </p:txBody>
            </p:sp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C33A8290-6E1C-E415-B8AC-2715B8A958D4}"/>
                    </a:ext>
                  </a:extLst>
                </p:cNvPr>
                <p:cNvSpPr txBox="1"/>
                <p:nvPr/>
              </p:nvSpPr>
              <p:spPr>
                <a:xfrm>
                  <a:off x="4715083" y="2992949"/>
                  <a:ext cx="869484" cy="322408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summer</a:t>
                  </a:r>
                </a:p>
              </p:txBody>
            </p:sp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11CDD867-E854-7878-C7D7-4DA1AAAB391F}"/>
                    </a:ext>
                  </a:extLst>
                </p:cNvPr>
                <p:cNvSpPr txBox="1"/>
                <p:nvPr/>
              </p:nvSpPr>
              <p:spPr>
                <a:xfrm>
                  <a:off x="5539383" y="3000660"/>
                  <a:ext cx="436362" cy="322408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fall</a:t>
                  </a:r>
                </a:p>
              </p:txBody>
            </p:sp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8702C566-1A74-F38B-7B9B-558FA5758727}"/>
                    </a:ext>
                  </a:extLst>
                </p:cNvPr>
                <p:cNvSpPr txBox="1"/>
                <p:nvPr/>
              </p:nvSpPr>
              <p:spPr>
                <a:xfrm>
                  <a:off x="6023031" y="2988176"/>
                  <a:ext cx="693458" cy="322408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winter</a:t>
                  </a:r>
                </a:p>
              </p:txBody>
            </p:sp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7FA62E7A-10E5-387B-552A-023595E41576}"/>
                    </a:ext>
                  </a:extLst>
                </p:cNvPr>
                <p:cNvSpPr txBox="1"/>
                <p:nvPr/>
              </p:nvSpPr>
              <p:spPr>
                <a:xfrm>
                  <a:off x="4573896" y="148426"/>
                  <a:ext cx="2025244" cy="366879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200" b="1" dirty="0">
                      <a:ln/>
                      <a:solidFill>
                        <a:srgbClr val="333333"/>
                      </a:solidFill>
                      <a:latin typeface="Arial"/>
                      <a:cs typeface="Arial"/>
                      <a:sym typeface="Arial"/>
                      <a:rtl val="0"/>
                    </a:rPr>
                    <a:t>Season averaged</a:t>
                  </a:r>
                </a:p>
              </p:txBody>
            </p:sp>
          </p:grpSp>
          <p:grpSp>
            <p:nvGrpSpPr>
              <p:cNvPr id="15" name="Graphic 42">
                <a:extLst>
                  <a:ext uri="{FF2B5EF4-FFF2-40B4-BE49-F238E27FC236}">
                    <a16:creationId xmlns:a16="http://schemas.microsoft.com/office/drawing/2014/main" id="{5E42890C-8240-D3F6-D786-654A44786AB4}"/>
                  </a:ext>
                </a:extLst>
              </p:cNvPr>
              <p:cNvGrpSpPr/>
              <p:nvPr/>
            </p:nvGrpSpPr>
            <p:grpSpPr>
              <a:xfrm>
                <a:off x="5484493" y="716216"/>
                <a:ext cx="1792592" cy="1719659"/>
                <a:chOff x="3252372" y="1499253"/>
                <a:chExt cx="1792592" cy="1719659"/>
              </a:xfrm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999D5ACB-60C1-6390-5E15-656E5C9F72CD}"/>
                    </a:ext>
                  </a:extLst>
                </p:cNvPr>
                <p:cNvSpPr/>
                <p:nvPr/>
              </p:nvSpPr>
              <p:spPr>
                <a:xfrm>
                  <a:off x="3252372" y="3215415"/>
                  <a:ext cx="1792592" cy="3497"/>
                </a:xfrm>
                <a:custGeom>
                  <a:avLst/>
                  <a:gdLst>
                    <a:gd name="connsiteX0" fmla="*/ 0 w 1792592"/>
                    <a:gd name="connsiteY0" fmla="*/ 0 h 3497"/>
                    <a:gd name="connsiteX1" fmla="*/ 1792592 w 1792592"/>
                    <a:gd name="connsiteY1" fmla="*/ 0 h 3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2592" h="3497">
                      <a:moveTo>
                        <a:pt x="0" y="0"/>
                      </a:moveTo>
                      <a:lnTo>
                        <a:pt x="1792592" y="0"/>
                      </a:lnTo>
                    </a:path>
                  </a:pathLst>
                </a:custGeom>
                <a:noFill/>
                <a:ln w="1849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7" name="Freeform 16">
                  <a:extLst>
                    <a:ext uri="{FF2B5EF4-FFF2-40B4-BE49-F238E27FC236}">
                      <a16:creationId xmlns:a16="http://schemas.microsoft.com/office/drawing/2014/main" id="{DD56C173-7D73-179E-E384-2094AF873393}"/>
                    </a:ext>
                  </a:extLst>
                </p:cNvPr>
                <p:cNvSpPr/>
                <p:nvPr/>
              </p:nvSpPr>
              <p:spPr>
                <a:xfrm>
                  <a:off x="3252372" y="2929388"/>
                  <a:ext cx="1792592" cy="3497"/>
                </a:xfrm>
                <a:custGeom>
                  <a:avLst/>
                  <a:gdLst>
                    <a:gd name="connsiteX0" fmla="*/ 0 w 1792592"/>
                    <a:gd name="connsiteY0" fmla="*/ 0 h 3497"/>
                    <a:gd name="connsiteX1" fmla="*/ 1792592 w 1792592"/>
                    <a:gd name="connsiteY1" fmla="*/ 0 h 3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2592" h="3497">
                      <a:moveTo>
                        <a:pt x="0" y="0"/>
                      </a:moveTo>
                      <a:lnTo>
                        <a:pt x="1792592" y="0"/>
                      </a:lnTo>
                    </a:path>
                  </a:pathLst>
                </a:custGeom>
                <a:noFill/>
                <a:ln w="1849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858FFF6E-128C-F527-2AB4-A5DC12BA5004}"/>
                    </a:ext>
                  </a:extLst>
                </p:cNvPr>
                <p:cNvSpPr/>
                <p:nvPr/>
              </p:nvSpPr>
              <p:spPr>
                <a:xfrm>
                  <a:off x="3252372" y="2643361"/>
                  <a:ext cx="1792592" cy="3497"/>
                </a:xfrm>
                <a:custGeom>
                  <a:avLst/>
                  <a:gdLst>
                    <a:gd name="connsiteX0" fmla="*/ 0 w 1792592"/>
                    <a:gd name="connsiteY0" fmla="*/ 0 h 3497"/>
                    <a:gd name="connsiteX1" fmla="*/ 1792592 w 1792592"/>
                    <a:gd name="connsiteY1" fmla="*/ 0 h 3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2592" h="3497">
                      <a:moveTo>
                        <a:pt x="0" y="0"/>
                      </a:moveTo>
                      <a:lnTo>
                        <a:pt x="1792592" y="0"/>
                      </a:lnTo>
                    </a:path>
                  </a:pathLst>
                </a:custGeom>
                <a:noFill/>
                <a:ln w="1849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A0CCC784-941C-CDE3-3CF8-67A4A66E70E7}"/>
                    </a:ext>
                  </a:extLst>
                </p:cNvPr>
                <p:cNvSpPr/>
                <p:nvPr/>
              </p:nvSpPr>
              <p:spPr>
                <a:xfrm>
                  <a:off x="3252372" y="2357334"/>
                  <a:ext cx="1792592" cy="3497"/>
                </a:xfrm>
                <a:custGeom>
                  <a:avLst/>
                  <a:gdLst>
                    <a:gd name="connsiteX0" fmla="*/ 0 w 1792592"/>
                    <a:gd name="connsiteY0" fmla="*/ 0 h 3497"/>
                    <a:gd name="connsiteX1" fmla="*/ 1792592 w 1792592"/>
                    <a:gd name="connsiteY1" fmla="*/ 0 h 3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2592" h="3497">
                      <a:moveTo>
                        <a:pt x="0" y="0"/>
                      </a:moveTo>
                      <a:lnTo>
                        <a:pt x="1792592" y="0"/>
                      </a:lnTo>
                    </a:path>
                  </a:pathLst>
                </a:custGeom>
                <a:noFill/>
                <a:ln w="1849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A7B3BF04-D3FB-E054-DB79-855E647B7512}"/>
                    </a:ext>
                  </a:extLst>
                </p:cNvPr>
                <p:cNvSpPr/>
                <p:nvPr/>
              </p:nvSpPr>
              <p:spPr>
                <a:xfrm>
                  <a:off x="3252372" y="2071307"/>
                  <a:ext cx="1792592" cy="3497"/>
                </a:xfrm>
                <a:custGeom>
                  <a:avLst/>
                  <a:gdLst>
                    <a:gd name="connsiteX0" fmla="*/ 0 w 1792592"/>
                    <a:gd name="connsiteY0" fmla="*/ 0 h 3497"/>
                    <a:gd name="connsiteX1" fmla="*/ 1792592 w 1792592"/>
                    <a:gd name="connsiteY1" fmla="*/ 0 h 3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2592" h="3497">
                      <a:moveTo>
                        <a:pt x="0" y="0"/>
                      </a:moveTo>
                      <a:lnTo>
                        <a:pt x="1792592" y="0"/>
                      </a:lnTo>
                    </a:path>
                  </a:pathLst>
                </a:custGeom>
                <a:noFill/>
                <a:ln w="1849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675F914F-FDCF-A495-626F-0D428B724C28}"/>
                    </a:ext>
                  </a:extLst>
                </p:cNvPr>
                <p:cNvSpPr/>
                <p:nvPr/>
              </p:nvSpPr>
              <p:spPr>
                <a:xfrm>
                  <a:off x="3252372" y="1785280"/>
                  <a:ext cx="1792592" cy="3497"/>
                </a:xfrm>
                <a:custGeom>
                  <a:avLst/>
                  <a:gdLst>
                    <a:gd name="connsiteX0" fmla="*/ 0 w 1792592"/>
                    <a:gd name="connsiteY0" fmla="*/ 0 h 3497"/>
                    <a:gd name="connsiteX1" fmla="*/ 1792592 w 1792592"/>
                    <a:gd name="connsiteY1" fmla="*/ 0 h 3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2592" h="3497">
                      <a:moveTo>
                        <a:pt x="0" y="0"/>
                      </a:moveTo>
                      <a:lnTo>
                        <a:pt x="1792592" y="0"/>
                      </a:lnTo>
                    </a:path>
                  </a:pathLst>
                </a:custGeom>
                <a:noFill/>
                <a:ln w="1849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3558C16B-4434-3DAC-8676-BDE8E6A7E26A}"/>
                    </a:ext>
                  </a:extLst>
                </p:cNvPr>
                <p:cNvSpPr/>
                <p:nvPr/>
              </p:nvSpPr>
              <p:spPr>
                <a:xfrm>
                  <a:off x="3252372" y="1499253"/>
                  <a:ext cx="1792592" cy="3497"/>
                </a:xfrm>
                <a:custGeom>
                  <a:avLst/>
                  <a:gdLst>
                    <a:gd name="connsiteX0" fmla="*/ 0 w 1792592"/>
                    <a:gd name="connsiteY0" fmla="*/ 0 h 3497"/>
                    <a:gd name="connsiteX1" fmla="*/ 1792592 w 1792592"/>
                    <a:gd name="connsiteY1" fmla="*/ 0 h 3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792592" h="3497">
                      <a:moveTo>
                        <a:pt x="0" y="0"/>
                      </a:moveTo>
                      <a:lnTo>
                        <a:pt x="1792592" y="0"/>
                      </a:lnTo>
                    </a:path>
                  </a:pathLst>
                </a:custGeom>
                <a:noFill/>
                <a:ln w="1849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F6A494B5-5289-1CE2-76EB-82122DE29971}"/>
                    </a:ext>
                  </a:extLst>
                </p:cNvPr>
                <p:cNvSpPr/>
                <p:nvPr/>
              </p:nvSpPr>
              <p:spPr>
                <a:xfrm>
                  <a:off x="4217399" y="1644033"/>
                  <a:ext cx="128024" cy="1571382"/>
                </a:xfrm>
                <a:custGeom>
                  <a:avLst/>
                  <a:gdLst>
                    <a:gd name="connsiteX0" fmla="*/ 0 w 128024"/>
                    <a:gd name="connsiteY0" fmla="*/ 0 h 1571382"/>
                    <a:gd name="connsiteX1" fmla="*/ 128025 w 128024"/>
                    <a:gd name="connsiteY1" fmla="*/ 0 h 1571382"/>
                    <a:gd name="connsiteX2" fmla="*/ 128025 w 128024"/>
                    <a:gd name="connsiteY2" fmla="*/ 1571382 h 1571382"/>
                    <a:gd name="connsiteX3" fmla="*/ 0 w 128024"/>
                    <a:gd name="connsiteY3" fmla="*/ 1571382 h 1571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024" h="1571382">
                      <a:moveTo>
                        <a:pt x="0" y="0"/>
                      </a:moveTo>
                      <a:lnTo>
                        <a:pt x="128025" y="0"/>
                      </a:lnTo>
                      <a:lnTo>
                        <a:pt x="128025" y="1571382"/>
                      </a:lnTo>
                      <a:lnTo>
                        <a:pt x="0" y="1571382"/>
                      </a:lnTo>
                      <a:close/>
                    </a:path>
                  </a:pathLst>
                </a:custGeom>
                <a:solidFill>
                  <a:srgbClr val="EAAA60"/>
                </a:solidFill>
                <a:ln w="3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A7DFF593-2193-B966-0D6F-3A38DF5A887E}"/>
                    </a:ext>
                  </a:extLst>
                </p:cNvPr>
                <p:cNvSpPr/>
                <p:nvPr/>
              </p:nvSpPr>
              <p:spPr>
                <a:xfrm>
                  <a:off x="3363795" y="2668546"/>
                  <a:ext cx="128024" cy="546868"/>
                </a:xfrm>
                <a:custGeom>
                  <a:avLst/>
                  <a:gdLst>
                    <a:gd name="connsiteX0" fmla="*/ 0 w 128024"/>
                    <a:gd name="connsiteY0" fmla="*/ 0 h 546868"/>
                    <a:gd name="connsiteX1" fmla="*/ 128025 w 128024"/>
                    <a:gd name="connsiteY1" fmla="*/ 0 h 546868"/>
                    <a:gd name="connsiteX2" fmla="*/ 128025 w 128024"/>
                    <a:gd name="connsiteY2" fmla="*/ 546869 h 546868"/>
                    <a:gd name="connsiteX3" fmla="*/ 0 w 128024"/>
                    <a:gd name="connsiteY3" fmla="*/ 546869 h 546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024" h="546868">
                      <a:moveTo>
                        <a:pt x="0" y="0"/>
                      </a:moveTo>
                      <a:lnTo>
                        <a:pt x="128025" y="0"/>
                      </a:lnTo>
                      <a:lnTo>
                        <a:pt x="128025" y="546869"/>
                      </a:lnTo>
                      <a:lnTo>
                        <a:pt x="0" y="546869"/>
                      </a:lnTo>
                      <a:close/>
                    </a:path>
                  </a:pathLst>
                </a:custGeom>
                <a:solidFill>
                  <a:srgbClr val="EAAA60"/>
                </a:solidFill>
                <a:ln w="3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32F9A070-3FD5-2BC1-7FC1-EB128285D86C}"/>
                    </a:ext>
                  </a:extLst>
                </p:cNvPr>
                <p:cNvSpPr/>
                <p:nvPr/>
              </p:nvSpPr>
              <p:spPr>
                <a:xfrm>
                  <a:off x="3790615" y="2245784"/>
                  <a:ext cx="128024" cy="969630"/>
                </a:xfrm>
                <a:custGeom>
                  <a:avLst/>
                  <a:gdLst>
                    <a:gd name="connsiteX0" fmla="*/ 0 w 128024"/>
                    <a:gd name="connsiteY0" fmla="*/ 0 h 969630"/>
                    <a:gd name="connsiteX1" fmla="*/ 128025 w 128024"/>
                    <a:gd name="connsiteY1" fmla="*/ 0 h 969630"/>
                    <a:gd name="connsiteX2" fmla="*/ 128025 w 128024"/>
                    <a:gd name="connsiteY2" fmla="*/ 969631 h 969630"/>
                    <a:gd name="connsiteX3" fmla="*/ 0 w 128024"/>
                    <a:gd name="connsiteY3" fmla="*/ 969631 h 9696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024" h="969630">
                      <a:moveTo>
                        <a:pt x="0" y="0"/>
                      </a:moveTo>
                      <a:lnTo>
                        <a:pt x="128025" y="0"/>
                      </a:lnTo>
                      <a:lnTo>
                        <a:pt x="128025" y="969631"/>
                      </a:lnTo>
                      <a:lnTo>
                        <a:pt x="0" y="969631"/>
                      </a:lnTo>
                      <a:close/>
                    </a:path>
                  </a:pathLst>
                </a:custGeom>
                <a:solidFill>
                  <a:srgbClr val="EAAA60"/>
                </a:solidFill>
                <a:ln w="3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580A38B3-05FF-C5D4-B6F2-9DD8328D7068}"/>
                    </a:ext>
                  </a:extLst>
                </p:cNvPr>
                <p:cNvSpPr/>
                <p:nvPr/>
              </p:nvSpPr>
              <p:spPr>
                <a:xfrm>
                  <a:off x="4644218" y="1693843"/>
                  <a:ext cx="128024" cy="1521571"/>
                </a:xfrm>
                <a:custGeom>
                  <a:avLst/>
                  <a:gdLst>
                    <a:gd name="connsiteX0" fmla="*/ 0 w 128024"/>
                    <a:gd name="connsiteY0" fmla="*/ 0 h 1521571"/>
                    <a:gd name="connsiteX1" fmla="*/ 128025 w 128024"/>
                    <a:gd name="connsiteY1" fmla="*/ 0 h 1521571"/>
                    <a:gd name="connsiteX2" fmla="*/ 128025 w 128024"/>
                    <a:gd name="connsiteY2" fmla="*/ 1521572 h 1521571"/>
                    <a:gd name="connsiteX3" fmla="*/ 0 w 128024"/>
                    <a:gd name="connsiteY3" fmla="*/ 1521572 h 1521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024" h="1521571">
                      <a:moveTo>
                        <a:pt x="0" y="0"/>
                      </a:moveTo>
                      <a:lnTo>
                        <a:pt x="128025" y="0"/>
                      </a:lnTo>
                      <a:lnTo>
                        <a:pt x="128025" y="1521572"/>
                      </a:lnTo>
                      <a:lnTo>
                        <a:pt x="0" y="1521572"/>
                      </a:lnTo>
                      <a:close/>
                    </a:path>
                  </a:pathLst>
                </a:custGeom>
                <a:solidFill>
                  <a:srgbClr val="EAAA60"/>
                </a:solidFill>
                <a:ln w="3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5B95B212-BEFF-0EC3-0EC4-98D3B64CB29A}"/>
                    </a:ext>
                  </a:extLst>
                </p:cNvPr>
                <p:cNvSpPr/>
                <p:nvPr/>
              </p:nvSpPr>
              <p:spPr>
                <a:xfrm>
                  <a:off x="4378662" y="2962933"/>
                  <a:ext cx="128024" cy="252481"/>
                </a:xfrm>
                <a:custGeom>
                  <a:avLst/>
                  <a:gdLst>
                    <a:gd name="connsiteX0" fmla="*/ 0 w 128024"/>
                    <a:gd name="connsiteY0" fmla="*/ 0 h 252481"/>
                    <a:gd name="connsiteX1" fmla="*/ 128025 w 128024"/>
                    <a:gd name="connsiteY1" fmla="*/ 0 h 252481"/>
                    <a:gd name="connsiteX2" fmla="*/ 128025 w 128024"/>
                    <a:gd name="connsiteY2" fmla="*/ 252482 h 252481"/>
                    <a:gd name="connsiteX3" fmla="*/ 0 w 128024"/>
                    <a:gd name="connsiteY3" fmla="*/ 252482 h 252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024" h="252481">
                      <a:moveTo>
                        <a:pt x="0" y="0"/>
                      </a:moveTo>
                      <a:lnTo>
                        <a:pt x="128025" y="0"/>
                      </a:lnTo>
                      <a:lnTo>
                        <a:pt x="128025" y="252482"/>
                      </a:lnTo>
                      <a:lnTo>
                        <a:pt x="0" y="252482"/>
                      </a:lnTo>
                      <a:close/>
                    </a:path>
                  </a:pathLst>
                </a:custGeom>
                <a:solidFill>
                  <a:srgbClr val="EAAA60">
                    <a:alpha val="40000"/>
                  </a:srgbClr>
                </a:solidFill>
                <a:ln w="3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D85C6695-9C25-8D92-D155-1B46203037D6}"/>
                    </a:ext>
                  </a:extLst>
                </p:cNvPr>
                <p:cNvSpPr/>
                <p:nvPr/>
              </p:nvSpPr>
              <p:spPr>
                <a:xfrm>
                  <a:off x="3525058" y="3169977"/>
                  <a:ext cx="128024" cy="45438"/>
                </a:xfrm>
                <a:custGeom>
                  <a:avLst/>
                  <a:gdLst>
                    <a:gd name="connsiteX0" fmla="*/ 0 w 128024"/>
                    <a:gd name="connsiteY0" fmla="*/ 0 h 45438"/>
                    <a:gd name="connsiteX1" fmla="*/ 128025 w 128024"/>
                    <a:gd name="connsiteY1" fmla="*/ 0 h 45438"/>
                    <a:gd name="connsiteX2" fmla="*/ 128025 w 128024"/>
                    <a:gd name="connsiteY2" fmla="*/ 45438 h 45438"/>
                    <a:gd name="connsiteX3" fmla="*/ 0 w 128024"/>
                    <a:gd name="connsiteY3" fmla="*/ 45438 h 454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024" h="45438">
                      <a:moveTo>
                        <a:pt x="0" y="0"/>
                      </a:moveTo>
                      <a:lnTo>
                        <a:pt x="128025" y="0"/>
                      </a:lnTo>
                      <a:lnTo>
                        <a:pt x="128025" y="45438"/>
                      </a:lnTo>
                      <a:lnTo>
                        <a:pt x="0" y="45438"/>
                      </a:lnTo>
                      <a:close/>
                    </a:path>
                  </a:pathLst>
                </a:custGeom>
                <a:solidFill>
                  <a:srgbClr val="EAAA60">
                    <a:alpha val="40000"/>
                  </a:srgbClr>
                </a:solidFill>
                <a:ln w="3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A45A115E-F1FF-61C1-289F-33BCA5EC3A89}"/>
                    </a:ext>
                  </a:extLst>
                </p:cNvPr>
                <p:cNvSpPr/>
                <p:nvPr/>
              </p:nvSpPr>
              <p:spPr>
                <a:xfrm>
                  <a:off x="3951877" y="3080709"/>
                  <a:ext cx="128024" cy="134705"/>
                </a:xfrm>
                <a:custGeom>
                  <a:avLst/>
                  <a:gdLst>
                    <a:gd name="connsiteX0" fmla="*/ 0 w 128024"/>
                    <a:gd name="connsiteY0" fmla="*/ 0 h 134705"/>
                    <a:gd name="connsiteX1" fmla="*/ 128025 w 128024"/>
                    <a:gd name="connsiteY1" fmla="*/ 0 h 134705"/>
                    <a:gd name="connsiteX2" fmla="*/ 128025 w 128024"/>
                    <a:gd name="connsiteY2" fmla="*/ 134706 h 134705"/>
                    <a:gd name="connsiteX3" fmla="*/ 0 w 128024"/>
                    <a:gd name="connsiteY3" fmla="*/ 134706 h 1347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024" h="134705">
                      <a:moveTo>
                        <a:pt x="0" y="0"/>
                      </a:moveTo>
                      <a:lnTo>
                        <a:pt x="128025" y="0"/>
                      </a:lnTo>
                      <a:lnTo>
                        <a:pt x="128025" y="134706"/>
                      </a:lnTo>
                      <a:lnTo>
                        <a:pt x="0" y="134706"/>
                      </a:lnTo>
                      <a:close/>
                    </a:path>
                  </a:pathLst>
                </a:custGeom>
                <a:solidFill>
                  <a:srgbClr val="EAAA60">
                    <a:alpha val="40000"/>
                  </a:srgbClr>
                </a:solidFill>
                <a:ln w="3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C6157DAD-AA24-010D-03DA-1B3D05FF68AE}"/>
                    </a:ext>
                  </a:extLst>
                </p:cNvPr>
                <p:cNvSpPr/>
                <p:nvPr/>
              </p:nvSpPr>
              <p:spPr>
                <a:xfrm>
                  <a:off x="4805481" y="2949606"/>
                  <a:ext cx="128024" cy="265808"/>
                </a:xfrm>
                <a:custGeom>
                  <a:avLst/>
                  <a:gdLst>
                    <a:gd name="connsiteX0" fmla="*/ 0 w 128024"/>
                    <a:gd name="connsiteY0" fmla="*/ 0 h 265808"/>
                    <a:gd name="connsiteX1" fmla="*/ 128025 w 128024"/>
                    <a:gd name="connsiteY1" fmla="*/ 0 h 265808"/>
                    <a:gd name="connsiteX2" fmla="*/ 128025 w 128024"/>
                    <a:gd name="connsiteY2" fmla="*/ 265809 h 265808"/>
                    <a:gd name="connsiteX3" fmla="*/ 0 w 128024"/>
                    <a:gd name="connsiteY3" fmla="*/ 265809 h 2658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8024" h="265808">
                      <a:moveTo>
                        <a:pt x="0" y="0"/>
                      </a:moveTo>
                      <a:lnTo>
                        <a:pt x="128025" y="0"/>
                      </a:lnTo>
                      <a:lnTo>
                        <a:pt x="128025" y="265809"/>
                      </a:lnTo>
                      <a:lnTo>
                        <a:pt x="0" y="265809"/>
                      </a:lnTo>
                      <a:close/>
                    </a:path>
                  </a:pathLst>
                </a:custGeom>
                <a:solidFill>
                  <a:srgbClr val="EAAA60">
                    <a:alpha val="40000"/>
                  </a:srgbClr>
                </a:solidFill>
                <a:ln w="373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42" name="Group 341">
              <a:extLst>
                <a:ext uri="{FF2B5EF4-FFF2-40B4-BE49-F238E27FC236}">
                  <a16:creationId xmlns:a16="http://schemas.microsoft.com/office/drawing/2014/main" id="{7F9D1E64-9E6B-8EC7-B2D4-D2B91EABED0C}"/>
                </a:ext>
              </a:extLst>
            </p:cNvPr>
            <p:cNvGrpSpPr/>
            <p:nvPr/>
          </p:nvGrpSpPr>
          <p:grpSpPr>
            <a:xfrm>
              <a:off x="8058561" y="791349"/>
              <a:ext cx="1833984" cy="2185652"/>
              <a:chOff x="7866323" y="470426"/>
              <a:chExt cx="1833984" cy="2185652"/>
            </a:xfrm>
          </p:grpSpPr>
          <p:grpSp>
            <p:nvGrpSpPr>
              <p:cNvPr id="220" name="Graphic 205">
                <a:extLst>
                  <a:ext uri="{FF2B5EF4-FFF2-40B4-BE49-F238E27FC236}">
                    <a16:creationId xmlns:a16="http://schemas.microsoft.com/office/drawing/2014/main" id="{883F9C42-5250-15D8-0984-2ECD398A64AD}"/>
                  </a:ext>
                </a:extLst>
              </p:cNvPr>
              <p:cNvGrpSpPr/>
              <p:nvPr/>
            </p:nvGrpSpPr>
            <p:grpSpPr>
              <a:xfrm>
                <a:off x="7924454" y="470426"/>
                <a:ext cx="1717721" cy="2185652"/>
                <a:chOff x="-1565707" y="3054273"/>
                <a:chExt cx="2606004" cy="3315913"/>
              </a:xfrm>
            </p:grpSpPr>
            <p:sp>
              <p:nvSpPr>
                <p:cNvPr id="227" name="TextBox 226">
                  <a:extLst>
                    <a:ext uri="{FF2B5EF4-FFF2-40B4-BE49-F238E27FC236}">
                      <a16:creationId xmlns:a16="http://schemas.microsoft.com/office/drawing/2014/main" id="{527F48DE-6DD6-F8F9-4D42-E08B467ACD99}"/>
                    </a:ext>
                  </a:extLst>
                </p:cNvPr>
                <p:cNvSpPr txBox="1"/>
                <p:nvPr/>
              </p:nvSpPr>
              <p:spPr>
                <a:xfrm>
                  <a:off x="-1356908" y="6030166"/>
                  <a:ext cx="652459" cy="333525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6 AM</a:t>
                  </a:r>
                </a:p>
              </p:txBody>
            </p:sp>
            <p:sp>
              <p:nvSpPr>
                <p:cNvPr id="228" name="TextBox 227">
                  <a:extLst>
                    <a:ext uri="{FF2B5EF4-FFF2-40B4-BE49-F238E27FC236}">
                      <a16:creationId xmlns:a16="http://schemas.microsoft.com/office/drawing/2014/main" id="{B4B1D679-2987-A600-8807-5207FF126286}"/>
                    </a:ext>
                  </a:extLst>
                </p:cNvPr>
                <p:cNvSpPr txBox="1"/>
                <p:nvPr/>
              </p:nvSpPr>
              <p:spPr>
                <a:xfrm>
                  <a:off x="-650827" y="6036661"/>
                  <a:ext cx="759466" cy="333525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12 PM</a:t>
                  </a:r>
                </a:p>
              </p:txBody>
            </p:sp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EA9DE77E-C4FE-8421-060E-4DB200D144A2}"/>
                    </a:ext>
                  </a:extLst>
                </p:cNvPr>
                <p:cNvSpPr txBox="1"/>
                <p:nvPr/>
              </p:nvSpPr>
              <p:spPr>
                <a:xfrm>
                  <a:off x="162262" y="6025162"/>
                  <a:ext cx="652459" cy="333525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00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6 PM</a:t>
                  </a:r>
                </a:p>
              </p:txBody>
            </p:sp>
            <p:sp>
              <p:nvSpPr>
                <p:cNvPr id="240" name="TextBox 239">
                  <a:extLst>
                    <a:ext uri="{FF2B5EF4-FFF2-40B4-BE49-F238E27FC236}">
                      <a16:creationId xmlns:a16="http://schemas.microsoft.com/office/drawing/2014/main" id="{19C3E62D-619B-B2B6-6628-57884BA768DD}"/>
                    </a:ext>
                  </a:extLst>
                </p:cNvPr>
                <p:cNvSpPr txBox="1"/>
                <p:nvPr/>
              </p:nvSpPr>
              <p:spPr>
                <a:xfrm>
                  <a:off x="-1565707" y="3054273"/>
                  <a:ext cx="2606004" cy="380220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1200" b="1" dirty="0">
                      <a:ln/>
                      <a:solidFill>
                        <a:srgbClr val="333333"/>
                      </a:solidFill>
                      <a:latin typeface="Arial"/>
                      <a:cs typeface="Arial"/>
                      <a:sym typeface="Arial"/>
                      <a:rtl val="0"/>
                    </a:rPr>
                    <a:t>Time-of-day averaged</a:t>
                  </a:r>
                </a:p>
              </p:txBody>
            </p:sp>
          </p:grpSp>
          <p:grpSp>
            <p:nvGrpSpPr>
              <p:cNvPr id="67" name="Graphic 90">
                <a:extLst>
                  <a:ext uri="{FF2B5EF4-FFF2-40B4-BE49-F238E27FC236}">
                    <a16:creationId xmlns:a16="http://schemas.microsoft.com/office/drawing/2014/main" id="{F58342A1-B2E5-7DB1-7DF5-594579635592}"/>
                  </a:ext>
                </a:extLst>
              </p:cNvPr>
              <p:cNvGrpSpPr/>
              <p:nvPr/>
            </p:nvGrpSpPr>
            <p:grpSpPr>
              <a:xfrm>
                <a:off x="7866323" y="722552"/>
                <a:ext cx="1833984" cy="1709585"/>
                <a:chOff x="3426944" y="1535782"/>
                <a:chExt cx="2420698" cy="2322211"/>
              </a:xfrm>
              <a:noFill/>
            </p:grpSpPr>
            <p:sp>
              <p:nvSpPr>
                <p:cNvPr id="68" name="Freeform 67">
                  <a:extLst>
                    <a:ext uri="{FF2B5EF4-FFF2-40B4-BE49-F238E27FC236}">
                      <a16:creationId xmlns:a16="http://schemas.microsoft.com/office/drawing/2014/main" id="{1A8FF776-CFF8-B1B5-8FCD-9A70C938D749}"/>
                    </a:ext>
                  </a:extLst>
                </p:cNvPr>
                <p:cNvSpPr/>
                <p:nvPr/>
              </p:nvSpPr>
              <p:spPr>
                <a:xfrm>
                  <a:off x="3426944" y="3853270"/>
                  <a:ext cx="2420698" cy="4723"/>
                </a:xfrm>
                <a:custGeom>
                  <a:avLst/>
                  <a:gdLst>
                    <a:gd name="connsiteX0" fmla="*/ 0 w 2420698"/>
                    <a:gd name="connsiteY0" fmla="*/ 0 h 4723"/>
                    <a:gd name="connsiteX1" fmla="*/ 2420698 w 2420698"/>
                    <a:gd name="connsiteY1" fmla="*/ 0 h 4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420698" h="4723">
                      <a:moveTo>
                        <a:pt x="0" y="0"/>
                      </a:moveTo>
                      <a:lnTo>
                        <a:pt x="2420698" y="0"/>
                      </a:lnTo>
                    </a:path>
                  </a:pathLst>
                </a:custGeom>
                <a:noFill/>
                <a:ln w="2498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69" name="Freeform 68">
                  <a:extLst>
                    <a:ext uri="{FF2B5EF4-FFF2-40B4-BE49-F238E27FC236}">
                      <a16:creationId xmlns:a16="http://schemas.microsoft.com/office/drawing/2014/main" id="{1023174B-C82F-17C9-7296-544697938336}"/>
                    </a:ext>
                  </a:extLst>
                </p:cNvPr>
                <p:cNvSpPr/>
                <p:nvPr/>
              </p:nvSpPr>
              <p:spPr>
                <a:xfrm>
                  <a:off x="3426944" y="3467022"/>
                  <a:ext cx="2420698" cy="4723"/>
                </a:xfrm>
                <a:custGeom>
                  <a:avLst/>
                  <a:gdLst>
                    <a:gd name="connsiteX0" fmla="*/ 0 w 2420698"/>
                    <a:gd name="connsiteY0" fmla="*/ 0 h 4723"/>
                    <a:gd name="connsiteX1" fmla="*/ 2420698 w 2420698"/>
                    <a:gd name="connsiteY1" fmla="*/ 0 h 4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420698" h="4723">
                      <a:moveTo>
                        <a:pt x="0" y="0"/>
                      </a:moveTo>
                      <a:lnTo>
                        <a:pt x="2420698" y="0"/>
                      </a:lnTo>
                    </a:path>
                  </a:pathLst>
                </a:custGeom>
                <a:noFill/>
                <a:ln w="2498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0" name="Freeform 69">
                  <a:extLst>
                    <a:ext uri="{FF2B5EF4-FFF2-40B4-BE49-F238E27FC236}">
                      <a16:creationId xmlns:a16="http://schemas.microsoft.com/office/drawing/2014/main" id="{780261B0-1627-8C57-60D9-860B40317CFC}"/>
                    </a:ext>
                  </a:extLst>
                </p:cNvPr>
                <p:cNvSpPr/>
                <p:nvPr/>
              </p:nvSpPr>
              <p:spPr>
                <a:xfrm>
                  <a:off x="3426944" y="3080774"/>
                  <a:ext cx="2420698" cy="4723"/>
                </a:xfrm>
                <a:custGeom>
                  <a:avLst/>
                  <a:gdLst>
                    <a:gd name="connsiteX0" fmla="*/ 0 w 2420698"/>
                    <a:gd name="connsiteY0" fmla="*/ 0 h 4723"/>
                    <a:gd name="connsiteX1" fmla="*/ 2420698 w 2420698"/>
                    <a:gd name="connsiteY1" fmla="*/ 0 h 4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420698" h="4723">
                      <a:moveTo>
                        <a:pt x="0" y="0"/>
                      </a:moveTo>
                      <a:lnTo>
                        <a:pt x="2420698" y="0"/>
                      </a:lnTo>
                    </a:path>
                  </a:pathLst>
                </a:custGeom>
                <a:noFill/>
                <a:ln w="2498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1" name="Freeform 70">
                  <a:extLst>
                    <a:ext uri="{FF2B5EF4-FFF2-40B4-BE49-F238E27FC236}">
                      <a16:creationId xmlns:a16="http://schemas.microsoft.com/office/drawing/2014/main" id="{F782710A-329D-B31D-C0D7-958C034F67B0}"/>
                    </a:ext>
                  </a:extLst>
                </p:cNvPr>
                <p:cNvSpPr/>
                <p:nvPr/>
              </p:nvSpPr>
              <p:spPr>
                <a:xfrm>
                  <a:off x="3426944" y="2694526"/>
                  <a:ext cx="2420698" cy="4723"/>
                </a:xfrm>
                <a:custGeom>
                  <a:avLst/>
                  <a:gdLst>
                    <a:gd name="connsiteX0" fmla="*/ 0 w 2420698"/>
                    <a:gd name="connsiteY0" fmla="*/ 0 h 4723"/>
                    <a:gd name="connsiteX1" fmla="*/ 2420698 w 2420698"/>
                    <a:gd name="connsiteY1" fmla="*/ 0 h 4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420698" h="4723">
                      <a:moveTo>
                        <a:pt x="0" y="0"/>
                      </a:moveTo>
                      <a:lnTo>
                        <a:pt x="2420698" y="0"/>
                      </a:lnTo>
                    </a:path>
                  </a:pathLst>
                </a:custGeom>
                <a:noFill/>
                <a:ln w="2498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2" name="Freeform 71">
                  <a:extLst>
                    <a:ext uri="{FF2B5EF4-FFF2-40B4-BE49-F238E27FC236}">
                      <a16:creationId xmlns:a16="http://schemas.microsoft.com/office/drawing/2014/main" id="{318A58BB-4168-DBBE-CAA0-ED41F70E6A1A}"/>
                    </a:ext>
                  </a:extLst>
                </p:cNvPr>
                <p:cNvSpPr/>
                <p:nvPr/>
              </p:nvSpPr>
              <p:spPr>
                <a:xfrm>
                  <a:off x="3426944" y="2308278"/>
                  <a:ext cx="2420698" cy="4723"/>
                </a:xfrm>
                <a:custGeom>
                  <a:avLst/>
                  <a:gdLst>
                    <a:gd name="connsiteX0" fmla="*/ 0 w 2420698"/>
                    <a:gd name="connsiteY0" fmla="*/ 0 h 4723"/>
                    <a:gd name="connsiteX1" fmla="*/ 2420698 w 2420698"/>
                    <a:gd name="connsiteY1" fmla="*/ 0 h 4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420698" h="4723">
                      <a:moveTo>
                        <a:pt x="0" y="0"/>
                      </a:moveTo>
                      <a:lnTo>
                        <a:pt x="2420698" y="0"/>
                      </a:lnTo>
                    </a:path>
                  </a:pathLst>
                </a:custGeom>
                <a:noFill/>
                <a:ln w="2498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4CC0F8A9-09B8-810B-679A-0F319E374DC3}"/>
                    </a:ext>
                  </a:extLst>
                </p:cNvPr>
                <p:cNvSpPr/>
                <p:nvPr/>
              </p:nvSpPr>
              <p:spPr>
                <a:xfrm>
                  <a:off x="3426944" y="1922030"/>
                  <a:ext cx="2420698" cy="4723"/>
                </a:xfrm>
                <a:custGeom>
                  <a:avLst/>
                  <a:gdLst>
                    <a:gd name="connsiteX0" fmla="*/ 0 w 2420698"/>
                    <a:gd name="connsiteY0" fmla="*/ 0 h 4723"/>
                    <a:gd name="connsiteX1" fmla="*/ 2420698 w 2420698"/>
                    <a:gd name="connsiteY1" fmla="*/ 0 h 4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420698" h="4723">
                      <a:moveTo>
                        <a:pt x="0" y="0"/>
                      </a:moveTo>
                      <a:lnTo>
                        <a:pt x="2420698" y="0"/>
                      </a:lnTo>
                    </a:path>
                  </a:pathLst>
                </a:custGeom>
                <a:noFill/>
                <a:ln w="2498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A5ACD9AE-F8D6-9C52-5526-29A17817B6F8}"/>
                    </a:ext>
                  </a:extLst>
                </p:cNvPr>
                <p:cNvSpPr/>
                <p:nvPr/>
              </p:nvSpPr>
              <p:spPr>
                <a:xfrm>
                  <a:off x="3426944" y="1535782"/>
                  <a:ext cx="2420698" cy="4723"/>
                </a:xfrm>
                <a:custGeom>
                  <a:avLst/>
                  <a:gdLst>
                    <a:gd name="connsiteX0" fmla="*/ 0 w 2420698"/>
                    <a:gd name="connsiteY0" fmla="*/ 0 h 4723"/>
                    <a:gd name="connsiteX1" fmla="*/ 2420698 w 2420698"/>
                    <a:gd name="connsiteY1" fmla="*/ 0 h 4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420698" h="4723">
                      <a:moveTo>
                        <a:pt x="0" y="0"/>
                      </a:moveTo>
                      <a:lnTo>
                        <a:pt x="2420698" y="0"/>
                      </a:lnTo>
                    </a:path>
                  </a:pathLst>
                </a:custGeom>
                <a:noFill/>
                <a:ln w="2498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6" name="Freeform 75">
                  <a:extLst>
                    <a:ext uri="{FF2B5EF4-FFF2-40B4-BE49-F238E27FC236}">
                      <a16:creationId xmlns:a16="http://schemas.microsoft.com/office/drawing/2014/main" id="{FB2B316C-9BD4-F263-D13C-E68FC3CFE69E}"/>
                    </a:ext>
                  </a:extLst>
                </p:cNvPr>
                <p:cNvSpPr/>
                <p:nvPr/>
              </p:nvSpPr>
              <p:spPr>
                <a:xfrm>
                  <a:off x="3426944" y="1599126"/>
                  <a:ext cx="2420698" cy="1389727"/>
                </a:xfrm>
                <a:custGeom>
                  <a:avLst/>
                  <a:gdLst>
                    <a:gd name="connsiteX0" fmla="*/ 0 w 2420698"/>
                    <a:gd name="connsiteY0" fmla="*/ 73357 h 1389727"/>
                    <a:gd name="connsiteX1" fmla="*/ 105242 w 2420698"/>
                    <a:gd name="connsiteY1" fmla="*/ 28578 h 1389727"/>
                    <a:gd name="connsiteX2" fmla="*/ 210483 w 2420698"/>
                    <a:gd name="connsiteY2" fmla="*/ 3070 h 1389727"/>
                    <a:gd name="connsiteX3" fmla="*/ 315725 w 2420698"/>
                    <a:gd name="connsiteY3" fmla="*/ 0 h 1389727"/>
                    <a:gd name="connsiteX4" fmla="*/ 420966 w 2420698"/>
                    <a:gd name="connsiteY4" fmla="*/ 1512 h 1389727"/>
                    <a:gd name="connsiteX5" fmla="*/ 526208 w 2420698"/>
                    <a:gd name="connsiteY5" fmla="*/ 384689 h 1389727"/>
                    <a:gd name="connsiteX6" fmla="*/ 631497 w 2420698"/>
                    <a:gd name="connsiteY6" fmla="*/ 845901 h 1389727"/>
                    <a:gd name="connsiteX7" fmla="*/ 736738 w 2420698"/>
                    <a:gd name="connsiteY7" fmla="*/ 1219773 h 1389727"/>
                    <a:gd name="connsiteX8" fmla="*/ 841980 w 2420698"/>
                    <a:gd name="connsiteY8" fmla="*/ 1357277 h 1389727"/>
                    <a:gd name="connsiteX9" fmla="*/ 947222 w 2420698"/>
                    <a:gd name="connsiteY9" fmla="*/ 1383540 h 1389727"/>
                    <a:gd name="connsiteX10" fmla="*/ 1052463 w 2420698"/>
                    <a:gd name="connsiteY10" fmla="*/ 1389728 h 1389727"/>
                    <a:gd name="connsiteX11" fmla="*/ 1157705 w 2420698"/>
                    <a:gd name="connsiteY11" fmla="*/ 1385098 h 1389727"/>
                    <a:gd name="connsiteX12" fmla="*/ 1262946 w 2420698"/>
                    <a:gd name="connsiteY12" fmla="*/ 1381225 h 1389727"/>
                    <a:gd name="connsiteX13" fmla="*/ 1368188 w 2420698"/>
                    <a:gd name="connsiteY13" fmla="*/ 1376596 h 1389727"/>
                    <a:gd name="connsiteX14" fmla="*/ 1473477 w 2420698"/>
                    <a:gd name="connsiteY14" fmla="*/ 1343389 h 1389727"/>
                    <a:gd name="connsiteX15" fmla="*/ 1578718 w 2420698"/>
                    <a:gd name="connsiteY15" fmla="*/ 1113161 h 1389727"/>
                    <a:gd name="connsiteX16" fmla="*/ 1683960 w 2420698"/>
                    <a:gd name="connsiteY16" fmla="*/ 733101 h 1389727"/>
                    <a:gd name="connsiteX17" fmla="*/ 1789202 w 2420698"/>
                    <a:gd name="connsiteY17" fmla="*/ 494371 h 1389727"/>
                    <a:gd name="connsiteX18" fmla="*/ 1894443 w 2420698"/>
                    <a:gd name="connsiteY18" fmla="*/ 447277 h 1389727"/>
                    <a:gd name="connsiteX19" fmla="*/ 1999685 w 2420698"/>
                    <a:gd name="connsiteY19" fmla="*/ 441089 h 1389727"/>
                    <a:gd name="connsiteX20" fmla="*/ 2104926 w 2420698"/>
                    <a:gd name="connsiteY20" fmla="*/ 429516 h 1389727"/>
                    <a:gd name="connsiteX21" fmla="*/ 2210168 w 2420698"/>
                    <a:gd name="connsiteY21" fmla="*/ 349924 h 1389727"/>
                    <a:gd name="connsiteX22" fmla="*/ 2315457 w 2420698"/>
                    <a:gd name="connsiteY22" fmla="*/ 246430 h 1389727"/>
                    <a:gd name="connsiteX23" fmla="*/ 2420698 w 2420698"/>
                    <a:gd name="connsiteY23" fmla="*/ 138259 h 13897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420698" h="1389727">
                      <a:moveTo>
                        <a:pt x="0" y="73357"/>
                      </a:moveTo>
                      <a:lnTo>
                        <a:pt x="105242" y="28578"/>
                      </a:lnTo>
                      <a:lnTo>
                        <a:pt x="210483" y="3070"/>
                      </a:lnTo>
                      <a:lnTo>
                        <a:pt x="315725" y="0"/>
                      </a:lnTo>
                      <a:lnTo>
                        <a:pt x="420966" y="1512"/>
                      </a:lnTo>
                      <a:lnTo>
                        <a:pt x="526208" y="384689"/>
                      </a:lnTo>
                      <a:lnTo>
                        <a:pt x="631497" y="845901"/>
                      </a:lnTo>
                      <a:lnTo>
                        <a:pt x="736738" y="1219773"/>
                      </a:lnTo>
                      <a:lnTo>
                        <a:pt x="841980" y="1357277"/>
                      </a:lnTo>
                      <a:lnTo>
                        <a:pt x="947222" y="1383540"/>
                      </a:lnTo>
                      <a:lnTo>
                        <a:pt x="1052463" y="1389728"/>
                      </a:lnTo>
                      <a:lnTo>
                        <a:pt x="1157705" y="1385098"/>
                      </a:lnTo>
                      <a:lnTo>
                        <a:pt x="1262946" y="1381225"/>
                      </a:lnTo>
                      <a:lnTo>
                        <a:pt x="1368188" y="1376596"/>
                      </a:lnTo>
                      <a:lnTo>
                        <a:pt x="1473477" y="1343389"/>
                      </a:lnTo>
                      <a:lnTo>
                        <a:pt x="1578718" y="1113161"/>
                      </a:lnTo>
                      <a:lnTo>
                        <a:pt x="1683960" y="733101"/>
                      </a:lnTo>
                      <a:lnTo>
                        <a:pt x="1789202" y="494371"/>
                      </a:lnTo>
                      <a:lnTo>
                        <a:pt x="1894443" y="447277"/>
                      </a:lnTo>
                      <a:lnTo>
                        <a:pt x="1999685" y="441089"/>
                      </a:lnTo>
                      <a:lnTo>
                        <a:pt x="2104926" y="429516"/>
                      </a:lnTo>
                      <a:lnTo>
                        <a:pt x="2210168" y="349924"/>
                      </a:lnTo>
                      <a:lnTo>
                        <a:pt x="2315457" y="246430"/>
                      </a:lnTo>
                      <a:lnTo>
                        <a:pt x="2420698" y="138259"/>
                      </a:lnTo>
                    </a:path>
                  </a:pathLst>
                </a:custGeom>
                <a:noFill/>
                <a:ln w="30163" cap="flat">
                  <a:solidFill>
                    <a:srgbClr val="B7B2D0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78" name="Freeform 77">
                  <a:extLst>
                    <a:ext uri="{FF2B5EF4-FFF2-40B4-BE49-F238E27FC236}">
                      <a16:creationId xmlns:a16="http://schemas.microsoft.com/office/drawing/2014/main" id="{0F3992B5-8D6D-1983-A7C9-16099813CF72}"/>
                    </a:ext>
                  </a:extLst>
                </p:cNvPr>
                <p:cNvSpPr/>
                <p:nvPr/>
              </p:nvSpPr>
              <p:spPr>
                <a:xfrm>
                  <a:off x="3426944" y="3388233"/>
                  <a:ext cx="2420698" cy="414069"/>
                </a:xfrm>
                <a:custGeom>
                  <a:avLst/>
                  <a:gdLst>
                    <a:gd name="connsiteX0" fmla="*/ 0 w 2420698"/>
                    <a:gd name="connsiteY0" fmla="*/ 57155 h 414069"/>
                    <a:gd name="connsiteX1" fmla="*/ 105242 w 2420698"/>
                    <a:gd name="connsiteY1" fmla="*/ 30892 h 414069"/>
                    <a:gd name="connsiteX2" fmla="*/ 210483 w 2420698"/>
                    <a:gd name="connsiteY2" fmla="*/ 11573 h 414069"/>
                    <a:gd name="connsiteX3" fmla="*/ 315725 w 2420698"/>
                    <a:gd name="connsiteY3" fmla="*/ 0 h 414069"/>
                    <a:gd name="connsiteX4" fmla="*/ 420966 w 2420698"/>
                    <a:gd name="connsiteY4" fmla="*/ 12376 h 414069"/>
                    <a:gd name="connsiteX5" fmla="*/ 526208 w 2420698"/>
                    <a:gd name="connsiteY5" fmla="*/ 147565 h 414069"/>
                    <a:gd name="connsiteX6" fmla="*/ 631497 w 2420698"/>
                    <a:gd name="connsiteY6" fmla="*/ 294327 h 414069"/>
                    <a:gd name="connsiteX7" fmla="*/ 736738 w 2420698"/>
                    <a:gd name="connsiteY7" fmla="*/ 390121 h 414069"/>
                    <a:gd name="connsiteX8" fmla="*/ 841980 w 2420698"/>
                    <a:gd name="connsiteY8" fmla="*/ 407882 h 414069"/>
                    <a:gd name="connsiteX9" fmla="*/ 947222 w 2420698"/>
                    <a:gd name="connsiteY9" fmla="*/ 411755 h 414069"/>
                    <a:gd name="connsiteX10" fmla="*/ 1052463 w 2420698"/>
                    <a:gd name="connsiteY10" fmla="*/ 413267 h 414069"/>
                    <a:gd name="connsiteX11" fmla="*/ 1157705 w 2420698"/>
                    <a:gd name="connsiteY11" fmla="*/ 414070 h 414069"/>
                    <a:gd name="connsiteX12" fmla="*/ 1262946 w 2420698"/>
                    <a:gd name="connsiteY12" fmla="*/ 414070 h 414069"/>
                    <a:gd name="connsiteX13" fmla="*/ 1368188 w 2420698"/>
                    <a:gd name="connsiteY13" fmla="*/ 413267 h 414069"/>
                    <a:gd name="connsiteX14" fmla="*/ 1473477 w 2420698"/>
                    <a:gd name="connsiteY14" fmla="*/ 408638 h 414069"/>
                    <a:gd name="connsiteX15" fmla="*/ 1578718 w 2420698"/>
                    <a:gd name="connsiteY15" fmla="*/ 325975 h 414069"/>
                    <a:gd name="connsiteX16" fmla="*/ 1683960 w 2420698"/>
                    <a:gd name="connsiteY16" fmla="*/ 228669 h 414069"/>
                    <a:gd name="connsiteX17" fmla="*/ 1789202 w 2420698"/>
                    <a:gd name="connsiteY17" fmla="*/ 190786 h 414069"/>
                    <a:gd name="connsiteX18" fmla="*/ 1894443 w 2420698"/>
                    <a:gd name="connsiteY18" fmla="*/ 198533 h 414069"/>
                    <a:gd name="connsiteX19" fmla="*/ 1999685 w 2420698"/>
                    <a:gd name="connsiteY19" fmla="*/ 196974 h 414069"/>
                    <a:gd name="connsiteX20" fmla="*/ 2104926 w 2420698"/>
                    <a:gd name="connsiteY20" fmla="*/ 185401 h 414069"/>
                    <a:gd name="connsiteX21" fmla="*/ 2210168 w 2420698"/>
                    <a:gd name="connsiteY21" fmla="*/ 151391 h 414069"/>
                    <a:gd name="connsiteX22" fmla="*/ 2315457 w 2420698"/>
                    <a:gd name="connsiteY22" fmla="*/ 123616 h 414069"/>
                    <a:gd name="connsiteX23" fmla="*/ 2420698 w 2420698"/>
                    <a:gd name="connsiteY23" fmla="*/ 88851 h 4140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420698" h="414069">
                      <a:moveTo>
                        <a:pt x="0" y="57155"/>
                      </a:moveTo>
                      <a:lnTo>
                        <a:pt x="105242" y="30892"/>
                      </a:lnTo>
                      <a:lnTo>
                        <a:pt x="210483" y="11573"/>
                      </a:lnTo>
                      <a:lnTo>
                        <a:pt x="315725" y="0"/>
                      </a:lnTo>
                      <a:lnTo>
                        <a:pt x="420966" y="12376"/>
                      </a:lnTo>
                      <a:lnTo>
                        <a:pt x="526208" y="147565"/>
                      </a:lnTo>
                      <a:lnTo>
                        <a:pt x="631497" y="294327"/>
                      </a:lnTo>
                      <a:lnTo>
                        <a:pt x="736738" y="390121"/>
                      </a:lnTo>
                      <a:lnTo>
                        <a:pt x="841980" y="407882"/>
                      </a:lnTo>
                      <a:lnTo>
                        <a:pt x="947222" y="411755"/>
                      </a:lnTo>
                      <a:lnTo>
                        <a:pt x="1052463" y="413267"/>
                      </a:lnTo>
                      <a:lnTo>
                        <a:pt x="1157705" y="414070"/>
                      </a:lnTo>
                      <a:lnTo>
                        <a:pt x="1262946" y="414070"/>
                      </a:lnTo>
                      <a:lnTo>
                        <a:pt x="1368188" y="413267"/>
                      </a:lnTo>
                      <a:lnTo>
                        <a:pt x="1473477" y="408638"/>
                      </a:lnTo>
                      <a:lnTo>
                        <a:pt x="1578718" y="325975"/>
                      </a:lnTo>
                      <a:lnTo>
                        <a:pt x="1683960" y="228669"/>
                      </a:lnTo>
                      <a:lnTo>
                        <a:pt x="1789202" y="190786"/>
                      </a:lnTo>
                      <a:lnTo>
                        <a:pt x="1894443" y="198533"/>
                      </a:lnTo>
                      <a:lnTo>
                        <a:pt x="1999685" y="196974"/>
                      </a:lnTo>
                      <a:lnTo>
                        <a:pt x="2104926" y="185401"/>
                      </a:lnTo>
                      <a:lnTo>
                        <a:pt x="2210168" y="151391"/>
                      </a:lnTo>
                      <a:lnTo>
                        <a:pt x="2315457" y="123616"/>
                      </a:lnTo>
                      <a:lnTo>
                        <a:pt x="2420698" y="88851"/>
                      </a:lnTo>
                    </a:path>
                  </a:pathLst>
                </a:custGeom>
                <a:noFill/>
                <a:ln w="30163" cap="flat">
                  <a:solidFill>
                    <a:srgbClr val="B7B2D0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9E0FEA95-7C5F-146A-A347-4C49EEAF6ACE}"/>
                </a:ext>
              </a:extLst>
            </p:cNvPr>
            <p:cNvGrpSpPr/>
            <p:nvPr/>
          </p:nvGrpSpPr>
          <p:grpSpPr>
            <a:xfrm>
              <a:off x="1478358" y="3234601"/>
              <a:ext cx="3202953" cy="3283982"/>
              <a:chOff x="1934918" y="3145493"/>
              <a:chExt cx="3099922" cy="3178344"/>
            </a:xfrm>
          </p:grpSpPr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48186A48-4132-4DEB-0D22-DDAC7D7D81EB}"/>
                  </a:ext>
                </a:extLst>
              </p:cNvPr>
              <p:cNvSpPr txBox="1"/>
              <p:nvPr/>
            </p:nvSpPr>
            <p:spPr>
              <a:xfrm>
                <a:off x="2730492" y="4802063"/>
                <a:ext cx="316250" cy="21560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b="1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fall</a:t>
                </a:r>
              </a:p>
            </p:txBody>
          </p:sp>
          <p:sp>
            <p:nvSpPr>
              <p:cNvPr id="283" name="TextBox 282">
                <a:extLst>
                  <a:ext uri="{FF2B5EF4-FFF2-40B4-BE49-F238E27FC236}">
                    <a16:creationId xmlns:a16="http://schemas.microsoft.com/office/drawing/2014/main" id="{A5446AEE-560B-CA11-3FD5-ED0BB1765324}"/>
                  </a:ext>
                </a:extLst>
              </p:cNvPr>
              <p:cNvSpPr txBox="1"/>
              <p:nvPr/>
            </p:nvSpPr>
            <p:spPr>
              <a:xfrm>
                <a:off x="4134481" y="4802063"/>
                <a:ext cx="508610" cy="21560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b="1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winter</a:t>
                </a:r>
              </a:p>
            </p:txBody>
          </p:sp>
          <p:sp>
            <p:nvSpPr>
              <p:cNvPr id="284" name="TextBox 283">
                <a:extLst>
                  <a:ext uri="{FF2B5EF4-FFF2-40B4-BE49-F238E27FC236}">
                    <a16:creationId xmlns:a16="http://schemas.microsoft.com/office/drawing/2014/main" id="{D9D1DEC6-40D6-46D4-5F9A-1B3B3A0B8681}"/>
                  </a:ext>
                </a:extLst>
              </p:cNvPr>
              <p:cNvSpPr txBox="1"/>
              <p:nvPr/>
            </p:nvSpPr>
            <p:spPr>
              <a:xfrm>
                <a:off x="2643648" y="3386328"/>
                <a:ext cx="523036" cy="21560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b="1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spring</a:t>
                </a:r>
              </a:p>
            </p:txBody>
          </p:sp>
          <p:sp>
            <p:nvSpPr>
              <p:cNvPr id="285" name="TextBox 284">
                <a:extLst>
                  <a:ext uri="{FF2B5EF4-FFF2-40B4-BE49-F238E27FC236}">
                    <a16:creationId xmlns:a16="http://schemas.microsoft.com/office/drawing/2014/main" id="{DD9F37AA-61D5-E9BC-D7CE-E260976CC561}"/>
                  </a:ext>
                </a:extLst>
              </p:cNvPr>
              <p:cNvSpPr txBox="1"/>
              <p:nvPr/>
            </p:nvSpPr>
            <p:spPr>
              <a:xfrm>
                <a:off x="4108608" y="3386328"/>
                <a:ext cx="628835" cy="21560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b="1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summer</a:t>
                </a:r>
              </a:p>
            </p:txBody>
          </p:sp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7A7E37DB-317B-AA8B-63E2-83CD859379D1}"/>
                  </a:ext>
                </a:extLst>
              </p:cNvPr>
              <p:cNvSpPr txBox="1"/>
              <p:nvPr/>
            </p:nvSpPr>
            <p:spPr>
              <a:xfrm>
                <a:off x="2323154" y="6108237"/>
                <a:ext cx="430062" cy="21560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4C939AAC-9B0A-47F2-6A56-F47DAA207B7B}"/>
                  </a:ext>
                </a:extLst>
              </p:cNvPr>
              <p:cNvSpPr txBox="1"/>
              <p:nvPr/>
            </p:nvSpPr>
            <p:spPr>
              <a:xfrm>
                <a:off x="2688864" y="6108237"/>
                <a:ext cx="500594" cy="21560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12 PM</a:t>
                </a: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887D9390-5B3B-C148-F023-EF4945D9E149}"/>
                  </a:ext>
                </a:extLst>
              </p:cNvPr>
              <p:cNvSpPr txBox="1"/>
              <p:nvPr/>
            </p:nvSpPr>
            <p:spPr>
              <a:xfrm>
                <a:off x="3143555" y="6108237"/>
                <a:ext cx="430062" cy="21560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7D461DA6-AEDF-F875-5C77-103020EE9680}"/>
                  </a:ext>
                </a:extLst>
              </p:cNvPr>
              <p:cNvSpPr txBox="1"/>
              <p:nvPr/>
            </p:nvSpPr>
            <p:spPr>
              <a:xfrm>
                <a:off x="1981985" y="5998317"/>
                <a:ext cx="202436" cy="21984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FC5C5A49-E0E2-068A-3D87-D809749A5612}"/>
                  </a:ext>
                </a:extLst>
              </p:cNvPr>
              <p:cNvSpPr txBox="1"/>
              <p:nvPr/>
            </p:nvSpPr>
            <p:spPr>
              <a:xfrm>
                <a:off x="1934918" y="5718830"/>
                <a:ext cx="343500" cy="21984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100</a:t>
                </a:r>
              </a:p>
            </p:txBody>
          </p: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8ED572A1-12AA-1912-4863-E0EBB1B02AEB}"/>
                  </a:ext>
                </a:extLst>
              </p:cNvPr>
              <p:cNvSpPr txBox="1"/>
              <p:nvPr/>
            </p:nvSpPr>
            <p:spPr>
              <a:xfrm>
                <a:off x="1934918" y="5464526"/>
                <a:ext cx="343500" cy="21984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200</a:t>
                </a:r>
              </a:p>
            </p:txBody>
          </p: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4182635E-213B-C1CE-69C1-711EAF664416}"/>
                  </a:ext>
                </a:extLst>
              </p:cNvPr>
              <p:cNvSpPr txBox="1"/>
              <p:nvPr/>
            </p:nvSpPr>
            <p:spPr>
              <a:xfrm>
                <a:off x="1934918" y="5193753"/>
                <a:ext cx="343500" cy="21984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300</a:t>
                </a:r>
              </a:p>
            </p:txBody>
          </p: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C958D478-DEF2-D29C-489D-33B6A8CD6662}"/>
                  </a:ext>
                </a:extLst>
              </p:cNvPr>
              <p:cNvSpPr txBox="1"/>
              <p:nvPr/>
            </p:nvSpPr>
            <p:spPr>
              <a:xfrm>
                <a:off x="2769183" y="3145493"/>
                <a:ext cx="1789409" cy="25061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200" b="1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Season-hour averaged</a:t>
                </a:r>
              </a:p>
            </p:txBody>
          </p:sp>
          <p:grpSp>
            <p:nvGrpSpPr>
              <p:cNvPr id="79" name="Graphic 130">
                <a:extLst>
                  <a:ext uri="{FF2B5EF4-FFF2-40B4-BE49-F238E27FC236}">
                    <a16:creationId xmlns:a16="http://schemas.microsoft.com/office/drawing/2014/main" id="{0257A37A-D635-01D1-6490-2337B07BB7BF}"/>
                  </a:ext>
                </a:extLst>
              </p:cNvPr>
              <p:cNvGrpSpPr/>
              <p:nvPr/>
            </p:nvGrpSpPr>
            <p:grpSpPr>
              <a:xfrm>
                <a:off x="2309049" y="3601587"/>
                <a:ext cx="1260221" cy="1092377"/>
                <a:chOff x="2708864" y="743005"/>
                <a:chExt cx="2735946" cy="1551373"/>
              </a:xfrm>
              <a:noFill/>
            </p:grpSpPr>
            <p:sp>
              <p:nvSpPr>
                <p:cNvPr id="80" name="Freeform 79">
                  <a:extLst>
                    <a:ext uri="{FF2B5EF4-FFF2-40B4-BE49-F238E27FC236}">
                      <a16:creationId xmlns:a16="http://schemas.microsoft.com/office/drawing/2014/main" id="{85918B7B-E683-F6E5-D4E5-7D6F12EC705D}"/>
                    </a:ext>
                  </a:extLst>
                </p:cNvPr>
                <p:cNvSpPr/>
                <p:nvPr/>
              </p:nvSpPr>
              <p:spPr>
                <a:xfrm>
                  <a:off x="2708864" y="2287495"/>
                  <a:ext cx="2735946" cy="6883"/>
                </a:xfrm>
                <a:custGeom>
                  <a:avLst/>
                  <a:gdLst>
                    <a:gd name="connsiteX0" fmla="*/ 0 w 2735946"/>
                    <a:gd name="connsiteY0" fmla="*/ 0 h 6883"/>
                    <a:gd name="connsiteX1" fmla="*/ 2735947 w 2735946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5946" h="6883">
                      <a:moveTo>
                        <a:pt x="0" y="0"/>
                      </a:moveTo>
                      <a:lnTo>
                        <a:pt x="2735947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1" name="Freeform 80">
                  <a:extLst>
                    <a:ext uri="{FF2B5EF4-FFF2-40B4-BE49-F238E27FC236}">
                      <a16:creationId xmlns:a16="http://schemas.microsoft.com/office/drawing/2014/main" id="{2705270A-1F46-F2C8-D263-B8DDAD2F9A09}"/>
                    </a:ext>
                  </a:extLst>
                </p:cNvPr>
                <p:cNvSpPr/>
                <p:nvPr/>
              </p:nvSpPr>
              <p:spPr>
                <a:xfrm>
                  <a:off x="2708864" y="1901355"/>
                  <a:ext cx="2735946" cy="6883"/>
                </a:xfrm>
                <a:custGeom>
                  <a:avLst/>
                  <a:gdLst>
                    <a:gd name="connsiteX0" fmla="*/ 0 w 2735946"/>
                    <a:gd name="connsiteY0" fmla="*/ 0 h 6883"/>
                    <a:gd name="connsiteX1" fmla="*/ 2735947 w 2735946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5946" h="6883">
                      <a:moveTo>
                        <a:pt x="0" y="0"/>
                      </a:moveTo>
                      <a:lnTo>
                        <a:pt x="2735947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2" name="Freeform 81">
                  <a:extLst>
                    <a:ext uri="{FF2B5EF4-FFF2-40B4-BE49-F238E27FC236}">
                      <a16:creationId xmlns:a16="http://schemas.microsoft.com/office/drawing/2014/main" id="{77FB257C-5496-7F41-819D-343455A82766}"/>
                    </a:ext>
                  </a:extLst>
                </p:cNvPr>
                <p:cNvSpPr/>
                <p:nvPr/>
              </p:nvSpPr>
              <p:spPr>
                <a:xfrm>
                  <a:off x="2708864" y="1515284"/>
                  <a:ext cx="2735946" cy="6883"/>
                </a:xfrm>
                <a:custGeom>
                  <a:avLst/>
                  <a:gdLst>
                    <a:gd name="connsiteX0" fmla="*/ 0 w 2735946"/>
                    <a:gd name="connsiteY0" fmla="*/ 0 h 6883"/>
                    <a:gd name="connsiteX1" fmla="*/ 2735947 w 2735946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5946" h="6883">
                      <a:moveTo>
                        <a:pt x="0" y="0"/>
                      </a:moveTo>
                      <a:lnTo>
                        <a:pt x="2735947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3" name="Freeform 82">
                  <a:extLst>
                    <a:ext uri="{FF2B5EF4-FFF2-40B4-BE49-F238E27FC236}">
                      <a16:creationId xmlns:a16="http://schemas.microsoft.com/office/drawing/2014/main" id="{BADBCF8F-FF9C-68F4-8DC5-A0990F9BF7AC}"/>
                    </a:ext>
                  </a:extLst>
                </p:cNvPr>
                <p:cNvSpPr/>
                <p:nvPr/>
              </p:nvSpPr>
              <p:spPr>
                <a:xfrm>
                  <a:off x="2708864" y="1129145"/>
                  <a:ext cx="2735946" cy="6883"/>
                </a:xfrm>
                <a:custGeom>
                  <a:avLst/>
                  <a:gdLst>
                    <a:gd name="connsiteX0" fmla="*/ 0 w 2735946"/>
                    <a:gd name="connsiteY0" fmla="*/ 0 h 6883"/>
                    <a:gd name="connsiteX1" fmla="*/ 2735947 w 2735946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5946" h="6883">
                      <a:moveTo>
                        <a:pt x="0" y="0"/>
                      </a:moveTo>
                      <a:lnTo>
                        <a:pt x="2735947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4" name="Freeform 83">
                  <a:extLst>
                    <a:ext uri="{FF2B5EF4-FFF2-40B4-BE49-F238E27FC236}">
                      <a16:creationId xmlns:a16="http://schemas.microsoft.com/office/drawing/2014/main" id="{86C5CD2D-86B7-F079-6DF4-4C2D74CE233F}"/>
                    </a:ext>
                  </a:extLst>
                </p:cNvPr>
                <p:cNvSpPr/>
                <p:nvPr/>
              </p:nvSpPr>
              <p:spPr>
                <a:xfrm>
                  <a:off x="2708864" y="743005"/>
                  <a:ext cx="2735946" cy="6883"/>
                </a:xfrm>
                <a:custGeom>
                  <a:avLst/>
                  <a:gdLst>
                    <a:gd name="connsiteX0" fmla="*/ 0 w 2735946"/>
                    <a:gd name="connsiteY0" fmla="*/ 0 h 6883"/>
                    <a:gd name="connsiteX1" fmla="*/ 2735947 w 2735946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5946" h="6883">
                      <a:moveTo>
                        <a:pt x="0" y="0"/>
                      </a:moveTo>
                      <a:lnTo>
                        <a:pt x="2735947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5" name="Freeform 84">
                  <a:extLst>
                    <a:ext uri="{FF2B5EF4-FFF2-40B4-BE49-F238E27FC236}">
                      <a16:creationId xmlns:a16="http://schemas.microsoft.com/office/drawing/2014/main" id="{821E3252-DF98-7827-32DD-3F79F72C64B5}"/>
                    </a:ext>
                  </a:extLst>
                </p:cNvPr>
                <p:cNvSpPr/>
                <p:nvPr/>
              </p:nvSpPr>
              <p:spPr>
                <a:xfrm>
                  <a:off x="2708864" y="1638973"/>
                  <a:ext cx="2735946" cy="546721"/>
                </a:xfrm>
                <a:custGeom>
                  <a:avLst/>
                  <a:gdLst>
                    <a:gd name="connsiteX0" fmla="*/ 0 w 2735946"/>
                    <a:gd name="connsiteY0" fmla="*/ 42537 h 546721"/>
                    <a:gd name="connsiteX1" fmla="*/ 118939 w 2735946"/>
                    <a:gd name="connsiteY1" fmla="*/ 15831 h 546721"/>
                    <a:gd name="connsiteX2" fmla="*/ 237878 w 2735946"/>
                    <a:gd name="connsiteY2" fmla="*/ 1101 h 546721"/>
                    <a:gd name="connsiteX3" fmla="*/ 356887 w 2735946"/>
                    <a:gd name="connsiteY3" fmla="*/ 0 h 546721"/>
                    <a:gd name="connsiteX4" fmla="*/ 475826 w 2735946"/>
                    <a:gd name="connsiteY4" fmla="*/ 2134 h 546721"/>
                    <a:gd name="connsiteX5" fmla="*/ 594765 w 2735946"/>
                    <a:gd name="connsiteY5" fmla="*/ 182057 h 546721"/>
                    <a:gd name="connsiteX6" fmla="*/ 713704 w 2735946"/>
                    <a:gd name="connsiteY6" fmla="*/ 397772 h 546721"/>
                    <a:gd name="connsiteX7" fmla="*/ 832712 w 2735946"/>
                    <a:gd name="connsiteY7" fmla="*/ 518914 h 546721"/>
                    <a:gd name="connsiteX8" fmla="*/ 951652 w 2735946"/>
                    <a:gd name="connsiteY8" fmla="*/ 536534 h 546721"/>
                    <a:gd name="connsiteX9" fmla="*/ 1070591 w 2735946"/>
                    <a:gd name="connsiteY9" fmla="*/ 542867 h 546721"/>
                    <a:gd name="connsiteX10" fmla="*/ 1189530 w 2735946"/>
                    <a:gd name="connsiteY10" fmla="*/ 544932 h 546721"/>
                    <a:gd name="connsiteX11" fmla="*/ 1308469 w 2735946"/>
                    <a:gd name="connsiteY11" fmla="*/ 546721 h 546721"/>
                    <a:gd name="connsiteX12" fmla="*/ 1427477 w 2735946"/>
                    <a:gd name="connsiteY12" fmla="*/ 545551 h 546721"/>
                    <a:gd name="connsiteX13" fmla="*/ 1546417 w 2735946"/>
                    <a:gd name="connsiteY13" fmla="*/ 540939 h 546721"/>
                    <a:gd name="connsiteX14" fmla="*/ 1665356 w 2735946"/>
                    <a:gd name="connsiteY14" fmla="*/ 537429 h 546721"/>
                    <a:gd name="connsiteX15" fmla="*/ 1784295 w 2735946"/>
                    <a:gd name="connsiteY15" fmla="*/ 522906 h 546721"/>
                    <a:gd name="connsiteX16" fmla="*/ 1903303 w 2735946"/>
                    <a:gd name="connsiteY16" fmla="*/ 306571 h 546721"/>
                    <a:gd name="connsiteX17" fmla="*/ 2022242 w 2735946"/>
                    <a:gd name="connsiteY17" fmla="*/ 148399 h 546721"/>
                    <a:gd name="connsiteX18" fmla="*/ 2141182 w 2735946"/>
                    <a:gd name="connsiteY18" fmla="*/ 146403 h 546721"/>
                    <a:gd name="connsiteX19" fmla="*/ 2260121 w 2735946"/>
                    <a:gd name="connsiteY19" fmla="*/ 155557 h 546721"/>
                    <a:gd name="connsiteX20" fmla="*/ 2379129 w 2735946"/>
                    <a:gd name="connsiteY20" fmla="*/ 157140 h 546721"/>
                    <a:gd name="connsiteX21" fmla="*/ 2498068 w 2735946"/>
                    <a:gd name="connsiteY21" fmla="*/ 138487 h 546721"/>
                    <a:gd name="connsiteX22" fmla="*/ 2617008 w 2735946"/>
                    <a:gd name="connsiteY22" fmla="*/ 104967 h 546721"/>
                    <a:gd name="connsiteX23" fmla="*/ 2735947 w 2735946"/>
                    <a:gd name="connsiteY23" fmla="*/ 70001 h 5467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735946" h="546721">
                      <a:moveTo>
                        <a:pt x="0" y="42537"/>
                      </a:moveTo>
                      <a:lnTo>
                        <a:pt x="118939" y="15831"/>
                      </a:lnTo>
                      <a:lnTo>
                        <a:pt x="237878" y="1101"/>
                      </a:lnTo>
                      <a:lnTo>
                        <a:pt x="356887" y="0"/>
                      </a:lnTo>
                      <a:lnTo>
                        <a:pt x="475826" y="2134"/>
                      </a:lnTo>
                      <a:lnTo>
                        <a:pt x="594765" y="182057"/>
                      </a:lnTo>
                      <a:lnTo>
                        <a:pt x="713704" y="397772"/>
                      </a:lnTo>
                      <a:lnTo>
                        <a:pt x="832712" y="518914"/>
                      </a:lnTo>
                      <a:lnTo>
                        <a:pt x="951652" y="536534"/>
                      </a:lnTo>
                      <a:lnTo>
                        <a:pt x="1070591" y="542867"/>
                      </a:lnTo>
                      <a:lnTo>
                        <a:pt x="1189530" y="544932"/>
                      </a:lnTo>
                      <a:lnTo>
                        <a:pt x="1308469" y="546721"/>
                      </a:lnTo>
                      <a:lnTo>
                        <a:pt x="1427477" y="545551"/>
                      </a:lnTo>
                      <a:lnTo>
                        <a:pt x="1546417" y="540939"/>
                      </a:lnTo>
                      <a:lnTo>
                        <a:pt x="1665356" y="537429"/>
                      </a:lnTo>
                      <a:lnTo>
                        <a:pt x="1784295" y="522906"/>
                      </a:lnTo>
                      <a:lnTo>
                        <a:pt x="1903303" y="306571"/>
                      </a:lnTo>
                      <a:lnTo>
                        <a:pt x="2022242" y="148399"/>
                      </a:lnTo>
                      <a:lnTo>
                        <a:pt x="2141182" y="146403"/>
                      </a:lnTo>
                      <a:lnTo>
                        <a:pt x="2260121" y="155557"/>
                      </a:lnTo>
                      <a:lnTo>
                        <a:pt x="2379129" y="157140"/>
                      </a:lnTo>
                      <a:lnTo>
                        <a:pt x="2498068" y="138487"/>
                      </a:lnTo>
                      <a:lnTo>
                        <a:pt x="2617008" y="104967"/>
                      </a:lnTo>
                      <a:lnTo>
                        <a:pt x="2735947" y="70001"/>
                      </a:lnTo>
                    </a:path>
                  </a:pathLst>
                </a:custGeom>
                <a:noFill/>
                <a:ln w="29374" cap="flat">
                  <a:solidFill>
                    <a:srgbClr val="7DA6C6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 86">
                  <a:extLst>
                    <a:ext uri="{FF2B5EF4-FFF2-40B4-BE49-F238E27FC236}">
                      <a16:creationId xmlns:a16="http://schemas.microsoft.com/office/drawing/2014/main" id="{EA03CB2F-E580-67CD-5D79-4078FDDF4A84}"/>
                    </a:ext>
                  </a:extLst>
                </p:cNvPr>
                <p:cNvSpPr/>
                <p:nvPr/>
              </p:nvSpPr>
              <p:spPr>
                <a:xfrm>
                  <a:off x="2708864" y="2214878"/>
                  <a:ext cx="2735946" cy="71170"/>
                </a:xfrm>
                <a:custGeom>
                  <a:avLst/>
                  <a:gdLst>
                    <a:gd name="connsiteX0" fmla="*/ 0 w 2735946"/>
                    <a:gd name="connsiteY0" fmla="*/ 7640 h 71170"/>
                    <a:gd name="connsiteX1" fmla="*/ 118939 w 2735946"/>
                    <a:gd name="connsiteY1" fmla="*/ 4680 h 71170"/>
                    <a:gd name="connsiteX2" fmla="*/ 237878 w 2735946"/>
                    <a:gd name="connsiteY2" fmla="*/ 1583 h 71170"/>
                    <a:gd name="connsiteX3" fmla="*/ 356887 w 2735946"/>
                    <a:gd name="connsiteY3" fmla="*/ 0 h 71170"/>
                    <a:gd name="connsiteX4" fmla="*/ 475826 w 2735946"/>
                    <a:gd name="connsiteY4" fmla="*/ 7090 h 71170"/>
                    <a:gd name="connsiteX5" fmla="*/ 594765 w 2735946"/>
                    <a:gd name="connsiteY5" fmla="*/ 42124 h 71170"/>
                    <a:gd name="connsiteX6" fmla="*/ 713704 w 2735946"/>
                    <a:gd name="connsiteY6" fmla="*/ 68762 h 71170"/>
                    <a:gd name="connsiteX7" fmla="*/ 832712 w 2735946"/>
                    <a:gd name="connsiteY7" fmla="*/ 70276 h 71170"/>
                    <a:gd name="connsiteX8" fmla="*/ 951652 w 2735946"/>
                    <a:gd name="connsiteY8" fmla="*/ 70551 h 71170"/>
                    <a:gd name="connsiteX9" fmla="*/ 1070591 w 2735946"/>
                    <a:gd name="connsiteY9" fmla="*/ 70964 h 71170"/>
                    <a:gd name="connsiteX10" fmla="*/ 1189530 w 2735946"/>
                    <a:gd name="connsiteY10" fmla="*/ 71171 h 71170"/>
                    <a:gd name="connsiteX11" fmla="*/ 1308469 w 2735946"/>
                    <a:gd name="connsiteY11" fmla="*/ 71171 h 71170"/>
                    <a:gd name="connsiteX12" fmla="*/ 1427477 w 2735946"/>
                    <a:gd name="connsiteY12" fmla="*/ 71171 h 71170"/>
                    <a:gd name="connsiteX13" fmla="*/ 1546417 w 2735946"/>
                    <a:gd name="connsiteY13" fmla="*/ 71033 h 71170"/>
                    <a:gd name="connsiteX14" fmla="*/ 1665356 w 2735946"/>
                    <a:gd name="connsiteY14" fmla="*/ 70827 h 71170"/>
                    <a:gd name="connsiteX15" fmla="*/ 1784295 w 2735946"/>
                    <a:gd name="connsiteY15" fmla="*/ 69519 h 71170"/>
                    <a:gd name="connsiteX16" fmla="*/ 1903303 w 2735946"/>
                    <a:gd name="connsiteY16" fmla="*/ 56235 h 71170"/>
                    <a:gd name="connsiteX17" fmla="*/ 2022242 w 2735946"/>
                    <a:gd name="connsiteY17" fmla="*/ 30630 h 71170"/>
                    <a:gd name="connsiteX18" fmla="*/ 2141182 w 2735946"/>
                    <a:gd name="connsiteY18" fmla="*/ 32832 h 71170"/>
                    <a:gd name="connsiteX19" fmla="*/ 2260121 w 2735946"/>
                    <a:gd name="connsiteY19" fmla="*/ 33107 h 71170"/>
                    <a:gd name="connsiteX20" fmla="*/ 2379129 w 2735946"/>
                    <a:gd name="connsiteY20" fmla="*/ 32213 h 71170"/>
                    <a:gd name="connsiteX21" fmla="*/ 2498068 w 2735946"/>
                    <a:gd name="connsiteY21" fmla="*/ 22576 h 71170"/>
                    <a:gd name="connsiteX22" fmla="*/ 2617008 w 2735946"/>
                    <a:gd name="connsiteY22" fmla="*/ 18447 h 71170"/>
                    <a:gd name="connsiteX23" fmla="*/ 2735947 w 2735946"/>
                    <a:gd name="connsiteY23" fmla="*/ 12114 h 711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735946" h="71170">
                      <a:moveTo>
                        <a:pt x="0" y="7640"/>
                      </a:moveTo>
                      <a:lnTo>
                        <a:pt x="118939" y="4680"/>
                      </a:lnTo>
                      <a:lnTo>
                        <a:pt x="237878" y="1583"/>
                      </a:lnTo>
                      <a:lnTo>
                        <a:pt x="356887" y="0"/>
                      </a:lnTo>
                      <a:lnTo>
                        <a:pt x="475826" y="7090"/>
                      </a:lnTo>
                      <a:lnTo>
                        <a:pt x="594765" y="42124"/>
                      </a:lnTo>
                      <a:lnTo>
                        <a:pt x="713704" y="68762"/>
                      </a:lnTo>
                      <a:lnTo>
                        <a:pt x="832712" y="70276"/>
                      </a:lnTo>
                      <a:lnTo>
                        <a:pt x="951652" y="70551"/>
                      </a:lnTo>
                      <a:lnTo>
                        <a:pt x="1070591" y="70964"/>
                      </a:lnTo>
                      <a:lnTo>
                        <a:pt x="1189530" y="71171"/>
                      </a:lnTo>
                      <a:lnTo>
                        <a:pt x="1308469" y="71171"/>
                      </a:lnTo>
                      <a:lnTo>
                        <a:pt x="1427477" y="71171"/>
                      </a:lnTo>
                      <a:lnTo>
                        <a:pt x="1546417" y="71033"/>
                      </a:lnTo>
                      <a:lnTo>
                        <a:pt x="1665356" y="70827"/>
                      </a:lnTo>
                      <a:lnTo>
                        <a:pt x="1784295" y="69519"/>
                      </a:lnTo>
                      <a:lnTo>
                        <a:pt x="1903303" y="56235"/>
                      </a:lnTo>
                      <a:lnTo>
                        <a:pt x="2022242" y="30630"/>
                      </a:lnTo>
                      <a:lnTo>
                        <a:pt x="2141182" y="32832"/>
                      </a:lnTo>
                      <a:lnTo>
                        <a:pt x="2260121" y="33107"/>
                      </a:lnTo>
                      <a:lnTo>
                        <a:pt x="2379129" y="32213"/>
                      </a:lnTo>
                      <a:lnTo>
                        <a:pt x="2498068" y="22576"/>
                      </a:lnTo>
                      <a:lnTo>
                        <a:pt x="2617008" y="18447"/>
                      </a:lnTo>
                      <a:lnTo>
                        <a:pt x="2735947" y="12114"/>
                      </a:lnTo>
                    </a:path>
                  </a:pathLst>
                </a:custGeom>
                <a:noFill/>
                <a:ln w="29374" cap="flat">
                  <a:solidFill>
                    <a:srgbClr val="7DA6C6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8" name="Graphic 130">
                <a:extLst>
                  <a:ext uri="{FF2B5EF4-FFF2-40B4-BE49-F238E27FC236}">
                    <a16:creationId xmlns:a16="http://schemas.microsoft.com/office/drawing/2014/main" id="{0F8538F0-18CE-BFA8-D1CC-1F73C791E7F6}"/>
                  </a:ext>
                </a:extLst>
              </p:cNvPr>
              <p:cNvGrpSpPr/>
              <p:nvPr/>
            </p:nvGrpSpPr>
            <p:grpSpPr>
              <a:xfrm>
                <a:off x="2309050" y="5017664"/>
                <a:ext cx="1260221" cy="1092377"/>
                <a:chOff x="2708864" y="2450348"/>
                <a:chExt cx="2735946" cy="1551372"/>
              </a:xfrm>
              <a:noFill/>
            </p:grpSpPr>
            <p:sp>
              <p:nvSpPr>
                <p:cNvPr id="89" name="Freeform 88">
                  <a:extLst>
                    <a:ext uri="{FF2B5EF4-FFF2-40B4-BE49-F238E27FC236}">
                      <a16:creationId xmlns:a16="http://schemas.microsoft.com/office/drawing/2014/main" id="{BF9089F8-0E20-8F06-B66A-6F497F4D0EBA}"/>
                    </a:ext>
                  </a:extLst>
                </p:cNvPr>
                <p:cNvSpPr/>
                <p:nvPr/>
              </p:nvSpPr>
              <p:spPr>
                <a:xfrm>
                  <a:off x="2708864" y="3994837"/>
                  <a:ext cx="2735946" cy="6883"/>
                </a:xfrm>
                <a:custGeom>
                  <a:avLst/>
                  <a:gdLst>
                    <a:gd name="connsiteX0" fmla="*/ 0 w 2735946"/>
                    <a:gd name="connsiteY0" fmla="*/ 0 h 6883"/>
                    <a:gd name="connsiteX1" fmla="*/ 2735947 w 2735946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5946" h="6883">
                      <a:moveTo>
                        <a:pt x="0" y="0"/>
                      </a:moveTo>
                      <a:lnTo>
                        <a:pt x="2735947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 89">
                  <a:extLst>
                    <a:ext uri="{FF2B5EF4-FFF2-40B4-BE49-F238E27FC236}">
                      <a16:creationId xmlns:a16="http://schemas.microsoft.com/office/drawing/2014/main" id="{E6D505AF-4478-9B12-86E6-2CC046225DC8}"/>
                    </a:ext>
                  </a:extLst>
                </p:cNvPr>
                <p:cNvSpPr/>
                <p:nvPr/>
              </p:nvSpPr>
              <p:spPr>
                <a:xfrm>
                  <a:off x="2708864" y="3608697"/>
                  <a:ext cx="2735946" cy="6883"/>
                </a:xfrm>
                <a:custGeom>
                  <a:avLst/>
                  <a:gdLst>
                    <a:gd name="connsiteX0" fmla="*/ 0 w 2735946"/>
                    <a:gd name="connsiteY0" fmla="*/ 0 h 6883"/>
                    <a:gd name="connsiteX1" fmla="*/ 2735947 w 2735946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5946" h="6883">
                      <a:moveTo>
                        <a:pt x="0" y="0"/>
                      </a:moveTo>
                      <a:lnTo>
                        <a:pt x="2735947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 90">
                  <a:extLst>
                    <a:ext uri="{FF2B5EF4-FFF2-40B4-BE49-F238E27FC236}">
                      <a16:creationId xmlns:a16="http://schemas.microsoft.com/office/drawing/2014/main" id="{57DCDA12-72DA-C993-2FD5-DE4EB53D429F}"/>
                    </a:ext>
                  </a:extLst>
                </p:cNvPr>
                <p:cNvSpPr/>
                <p:nvPr/>
              </p:nvSpPr>
              <p:spPr>
                <a:xfrm>
                  <a:off x="2708864" y="3222627"/>
                  <a:ext cx="2735946" cy="6883"/>
                </a:xfrm>
                <a:custGeom>
                  <a:avLst/>
                  <a:gdLst>
                    <a:gd name="connsiteX0" fmla="*/ 0 w 2735946"/>
                    <a:gd name="connsiteY0" fmla="*/ 0 h 6883"/>
                    <a:gd name="connsiteX1" fmla="*/ 2735947 w 2735946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5946" h="6883">
                      <a:moveTo>
                        <a:pt x="0" y="0"/>
                      </a:moveTo>
                      <a:lnTo>
                        <a:pt x="2735947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 91">
                  <a:extLst>
                    <a:ext uri="{FF2B5EF4-FFF2-40B4-BE49-F238E27FC236}">
                      <a16:creationId xmlns:a16="http://schemas.microsoft.com/office/drawing/2014/main" id="{838DB2F9-790B-F779-80DE-62B32E84F68A}"/>
                    </a:ext>
                  </a:extLst>
                </p:cNvPr>
                <p:cNvSpPr/>
                <p:nvPr/>
              </p:nvSpPr>
              <p:spPr>
                <a:xfrm>
                  <a:off x="2708864" y="2836487"/>
                  <a:ext cx="2735946" cy="6883"/>
                </a:xfrm>
                <a:custGeom>
                  <a:avLst/>
                  <a:gdLst>
                    <a:gd name="connsiteX0" fmla="*/ 0 w 2735946"/>
                    <a:gd name="connsiteY0" fmla="*/ 0 h 6883"/>
                    <a:gd name="connsiteX1" fmla="*/ 2735947 w 2735946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5946" h="6883">
                      <a:moveTo>
                        <a:pt x="0" y="0"/>
                      </a:moveTo>
                      <a:lnTo>
                        <a:pt x="2735947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3" name="Freeform 92">
                  <a:extLst>
                    <a:ext uri="{FF2B5EF4-FFF2-40B4-BE49-F238E27FC236}">
                      <a16:creationId xmlns:a16="http://schemas.microsoft.com/office/drawing/2014/main" id="{B7628E06-0F50-FD2F-BD79-E48E7D242121}"/>
                    </a:ext>
                  </a:extLst>
                </p:cNvPr>
                <p:cNvSpPr/>
                <p:nvPr/>
              </p:nvSpPr>
              <p:spPr>
                <a:xfrm>
                  <a:off x="2708864" y="2450348"/>
                  <a:ext cx="2735946" cy="6883"/>
                </a:xfrm>
                <a:custGeom>
                  <a:avLst/>
                  <a:gdLst>
                    <a:gd name="connsiteX0" fmla="*/ 0 w 2735946"/>
                    <a:gd name="connsiteY0" fmla="*/ 0 h 6883"/>
                    <a:gd name="connsiteX1" fmla="*/ 2735947 w 2735946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5946" h="6883">
                      <a:moveTo>
                        <a:pt x="0" y="0"/>
                      </a:moveTo>
                      <a:lnTo>
                        <a:pt x="2735947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 93">
                  <a:extLst>
                    <a:ext uri="{FF2B5EF4-FFF2-40B4-BE49-F238E27FC236}">
                      <a16:creationId xmlns:a16="http://schemas.microsoft.com/office/drawing/2014/main" id="{535F1F39-84C1-1603-0158-23CA34944B3B}"/>
                    </a:ext>
                  </a:extLst>
                </p:cNvPr>
                <p:cNvSpPr/>
                <p:nvPr/>
              </p:nvSpPr>
              <p:spPr>
                <a:xfrm>
                  <a:off x="2708864" y="2520280"/>
                  <a:ext cx="2735946" cy="852673"/>
                </a:xfrm>
                <a:custGeom>
                  <a:avLst/>
                  <a:gdLst>
                    <a:gd name="connsiteX0" fmla="*/ 0 w 2735946"/>
                    <a:gd name="connsiteY0" fmla="*/ 21338 h 852673"/>
                    <a:gd name="connsiteX1" fmla="*/ 118939 w 2735946"/>
                    <a:gd name="connsiteY1" fmla="*/ 757 h 852673"/>
                    <a:gd name="connsiteX2" fmla="*/ 237878 w 2735946"/>
                    <a:gd name="connsiteY2" fmla="*/ 0 h 852673"/>
                    <a:gd name="connsiteX3" fmla="*/ 356887 w 2735946"/>
                    <a:gd name="connsiteY3" fmla="*/ 2409 h 852673"/>
                    <a:gd name="connsiteX4" fmla="*/ 475826 w 2735946"/>
                    <a:gd name="connsiteY4" fmla="*/ 5782 h 852673"/>
                    <a:gd name="connsiteX5" fmla="*/ 594765 w 2735946"/>
                    <a:gd name="connsiteY5" fmla="*/ 72341 h 852673"/>
                    <a:gd name="connsiteX6" fmla="*/ 713704 w 2735946"/>
                    <a:gd name="connsiteY6" fmla="*/ 524833 h 852673"/>
                    <a:gd name="connsiteX7" fmla="*/ 832712 w 2735946"/>
                    <a:gd name="connsiteY7" fmla="*/ 793066 h 852673"/>
                    <a:gd name="connsiteX8" fmla="*/ 951652 w 2735946"/>
                    <a:gd name="connsiteY8" fmla="*/ 848819 h 852673"/>
                    <a:gd name="connsiteX9" fmla="*/ 1070591 w 2735946"/>
                    <a:gd name="connsiteY9" fmla="*/ 852673 h 852673"/>
                    <a:gd name="connsiteX10" fmla="*/ 1189530 w 2735946"/>
                    <a:gd name="connsiteY10" fmla="*/ 847786 h 852673"/>
                    <a:gd name="connsiteX11" fmla="*/ 1308469 w 2735946"/>
                    <a:gd name="connsiteY11" fmla="*/ 842899 h 852673"/>
                    <a:gd name="connsiteX12" fmla="*/ 1427477 w 2735946"/>
                    <a:gd name="connsiteY12" fmla="*/ 845033 h 852673"/>
                    <a:gd name="connsiteX13" fmla="*/ 1546417 w 2735946"/>
                    <a:gd name="connsiteY13" fmla="*/ 848956 h 852673"/>
                    <a:gd name="connsiteX14" fmla="*/ 1665356 w 2735946"/>
                    <a:gd name="connsiteY14" fmla="*/ 831680 h 852673"/>
                    <a:gd name="connsiteX15" fmla="*/ 1784295 w 2735946"/>
                    <a:gd name="connsiteY15" fmla="*/ 584165 h 852673"/>
                    <a:gd name="connsiteX16" fmla="*/ 1903303 w 2735946"/>
                    <a:gd name="connsiteY16" fmla="*/ 357644 h 852673"/>
                    <a:gd name="connsiteX17" fmla="*/ 2022242 w 2735946"/>
                    <a:gd name="connsiteY17" fmla="*/ 319167 h 852673"/>
                    <a:gd name="connsiteX18" fmla="*/ 2141182 w 2735946"/>
                    <a:gd name="connsiteY18" fmla="*/ 314900 h 852673"/>
                    <a:gd name="connsiteX19" fmla="*/ 2260121 w 2735946"/>
                    <a:gd name="connsiteY19" fmla="*/ 311183 h 852673"/>
                    <a:gd name="connsiteX20" fmla="*/ 2379129 w 2735946"/>
                    <a:gd name="connsiteY20" fmla="*/ 285716 h 852673"/>
                    <a:gd name="connsiteX21" fmla="*/ 2498068 w 2735946"/>
                    <a:gd name="connsiteY21" fmla="*/ 212755 h 852673"/>
                    <a:gd name="connsiteX22" fmla="*/ 2617008 w 2735946"/>
                    <a:gd name="connsiteY22" fmla="*/ 144131 h 852673"/>
                    <a:gd name="connsiteX23" fmla="*/ 2735947 w 2735946"/>
                    <a:gd name="connsiteY23" fmla="*/ 66628 h 8526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735946" h="852673">
                      <a:moveTo>
                        <a:pt x="0" y="21338"/>
                      </a:moveTo>
                      <a:lnTo>
                        <a:pt x="118939" y="757"/>
                      </a:lnTo>
                      <a:lnTo>
                        <a:pt x="237878" y="0"/>
                      </a:lnTo>
                      <a:lnTo>
                        <a:pt x="356887" y="2409"/>
                      </a:lnTo>
                      <a:lnTo>
                        <a:pt x="475826" y="5782"/>
                      </a:lnTo>
                      <a:lnTo>
                        <a:pt x="594765" y="72341"/>
                      </a:lnTo>
                      <a:lnTo>
                        <a:pt x="713704" y="524833"/>
                      </a:lnTo>
                      <a:lnTo>
                        <a:pt x="832712" y="793066"/>
                      </a:lnTo>
                      <a:lnTo>
                        <a:pt x="951652" y="848819"/>
                      </a:lnTo>
                      <a:lnTo>
                        <a:pt x="1070591" y="852673"/>
                      </a:lnTo>
                      <a:lnTo>
                        <a:pt x="1189530" y="847786"/>
                      </a:lnTo>
                      <a:lnTo>
                        <a:pt x="1308469" y="842899"/>
                      </a:lnTo>
                      <a:lnTo>
                        <a:pt x="1427477" y="845033"/>
                      </a:lnTo>
                      <a:lnTo>
                        <a:pt x="1546417" y="848956"/>
                      </a:lnTo>
                      <a:lnTo>
                        <a:pt x="1665356" y="831680"/>
                      </a:lnTo>
                      <a:lnTo>
                        <a:pt x="1784295" y="584165"/>
                      </a:lnTo>
                      <a:lnTo>
                        <a:pt x="1903303" y="357644"/>
                      </a:lnTo>
                      <a:lnTo>
                        <a:pt x="2022242" y="319167"/>
                      </a:lnTo>
                      <a:lnTo>
                        <a:pt x="2141182" y="314900"/>
                      </a:lnTo>
                      <a:lnTo>
                        <a:pt x="2260121" y="311183"/>
                      </a:lnTo>
                      <a:lnTo>
                        <a:pt x="2379129" y="285716"/>
                      </a:lnTo>
                      <a:lnTo>
                        <a:pt x="2498068" y="212755"/>
                      </a:lnTo>
                      <a:lnTo>
                        <a:pt x="2617008" y="144131"/>
                      </a:lnTo>
                      <a:lnTo>
                        <a:pt x="2735947" y="66628"/>
                      </a:lnTo>
                    </a:path>
                  </a:pathLst>
                </a:custGeom>
                <a:noFill/>
                <a:ln w="29374" cap="flat">
                  <a:solidFill>
                    <a:srgbClr val="7DA6C6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 95">
                  <a:extLst>
                    <a:ext uri="{FF2B5EF4-FFF2-40B4-BE49-F238E27FC236}">
                      <a16:creationId xmlns:a16="http://schemas.microsoft.com/office/drawing/2014/main" id="{B7330BA0-8F27-8855-E41B-327382844D4E}"/>
                    </a:ext>
                  </a:extLst>
                </p:cNvPr>
                <p:cNvSpPr/>
                <p:nvPr/>
              </p:nvSpPr>
              <p:spPr>
                <a:xfrm>
                  <a:off x="2708864" y="3640153"/>
                  <a:ext cx="2735946" cy="326876"/>
                </a:xfrm>
                <a:custGeom>
                  <a:avLst/>
                  <a:gdLst>
                    <a:gd name="connsiteX0" fmla="*/ 0 w 2735946"/>
                    <a:gd name="connsiteY0" fmla="*/ 54927 h 326876"/>
                    <a:gd name="connsiteX1" fmla="*/ 118939 w 2735946"/>
                    <a:gd name="connsiteY1" fmla="*/ 33314 h 326876"/>
                    <a:gd name="connsiteX2" fmla="*/ 237878 w 2735946"/>
                    <a:gd name="connsiteY2" fmla="*/ 17758 h 326876"/>
                    <a:gd name="connsiteX3" fmla="*/ 356887 w 2735946"/>
                    <a:gd name="connsiteY3" fmla="*/ 5369 h 326876"/>
                    <a:gd name="connsiteX4" fmla="*/ 475826 w 2735946"/>
                    <a:gd name="connsiteY4" fmla="*/ 0 h 326876"/>
                    <a:gd name="connsiteX5" fmla="*/ 594765 w 2735946"/>
                    <a:gd name="connsiteY5" fmla="*/ 63806 h 326876"/>
                    <a:gd name="connsiteX6" fmla="*/ 713704 w 2735946"/>
                    <a:gd name="connsiteY6" fmla="*/ 278764 h 326876"/>
                    <a:gd name="connsiteX7" fmla="*/ 832712 w 2735946"/>
                    <a:gd name="connsiteY7" fmla="*/ 318548 h 326876"/>
                    <a:gd name="connsiteX8" fmla="*/ 951652 w 2735946"/>
                    <a:gd name="connsiteY8" fmla="*/ 323779 h 326876"/>
                    <a:gd name="connsiteX9" fmla="*/ 1070591 w 2735946"/>
                    <a:gd name="connsiteY9" fmla="*/ 325500 h 326876"/>
                    <a:gd name="connsiteX10" fmla="*/ 1189530 w 2735946"/>
                    <a:gd name="connsiteY10" fmla="*/ 326876 h 326876"/>
                    <a:gd name="connsiteX11" fmla="*/ 1308469 w 2735946"/>
                    <a:gd name="connsiteY11" fmla="*/ 326601 h 326876"/>
                    <a:gd name="connsiteX12" fmla="*/ 1427477 w 2735946"/>
                    <a:gd name="connsiteY12" fmla="*/ 326739 h 326876"/>
                    <a:gd name="connsiteX13" fmla="*/ 1546417 w 2735946"/>
                    <a:gd name="connsiteY13" fmla="*/ 325982 h 326876"/>
                    <a:gd name="connsiteX14" fmla="*/ 1665356 w 2735946"/>
                    <a:gd name="connsiteY14" fmla="*/ 323435 h 326876"/>
                    <a:gd name="connsiteX15" fmla="*/ 1784295 w 2735946"/>
                    <a:gd name="connsiteY15" fmla="*/ 233542 h 326876"/>
                    <a:gd name="connsiteX16" fmla="*/ 1903303 w 2735946"/>
                    <a:gd name="connsiteY16" fmla="*/ 153767 h 326876"/>
                    <a:gd name="connsiteX17" fmla="*/ 2022242 w 2735946"/>
                    <a:gd name="connsiteY17" fmla="*/ 164849 h 326876"/>
                    <a:gd name="connsiteX18" fmla="*/ 2141182 w 2735946"/>
                    <a:gd name="connsiteY18" fmla="*/ 171663 h 326876"/>
                    <a:gd name="connsiteX19" fmla="*/ 2260121 w 2735946"/>
                    <a:gd name="connsiteY19" fmla="*/ 168704 h 326876"/>
                    <a:gd name="connsiteX20" fmla="*/ 2379129 w 2735946"/>
                    <a:gd name="connsiteY20" fmla="*/ 157415 h 326876"/>
                    <a:gd name="connsiteX21" fmla="*/ 2498068 w 2735946"/>
                    <a:gd name="connsiteY21" fmla="*/ 128025 h 326876"/>
                    <a:gd name="connsiteX22" fmla="*/ 2617008 w 2735946"/>
                    <a:gd name="connsiteY22" fmla="*/ 108477 h 326876"/>
                    <a:gd name="connsiteX23" fmla="*/ 2735947 w 2735946"/>
                    <a:gd name="connsiteY23" fmla="*/ 84662 h 326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735946" h="326876">
                      <a:moveTo>
                        <a:pt x="0" y="54927"/>
                      </a:moveTo>
                      <a:lnTo>
                        <a:pt x="118939" y="33314"/>
                      </a:lnTo>
                      <a:lnTo>
                        <a:pt x="237878" y="17758"/>
                      </a:lnTo>
                      <a:lnTo>
                        <a:pt x="356887" y="5369"/>
                      </a:lnTo>
                      <a:lnTo>
                        <a:pt x="475826" y="0"/>
                      </a:lnTo>
                      <a:lnTo>
                        <a:pt x="594765" y="63806"/>
                      </a:lnTo>
                      <a:lnTo>
                        <a:pt x="713704" y="278764"/>
                      </a:lnTo>
                      <a:lnTo>
                        <a:pt x="832712" y="318548"/>
                      </a:lnTo>
                      <a:lnTo>
                        <a:pt x="951652" y="323779"/>
                      </a:lnTo>
                      <a:lnTo>
                        <a:pt x="1070591" y="325500"/>
                      </a:lnTo>
                      <a:lnTo>
                        <a:pt x="1189530" y="326876"/>
                      </a:lnTo>
                      <a:lnTo>
                        <a:pt x="1308469" y="326601"/>
                      </a:lnTo>
                      <a:lnTo>
                        <a:pt x="1427477" y="326739"/>
                      </a:lnTo>
                      <a:lnTo>
                        <a:pt x="1546417" y="325982"/>
                      </a:lnTo>
                      <a:lnTo>
                        <a:pt x="1665356" y="323435"/>
                      </a:lnTo>
                      <a:lnTo>
                        <a:pt x="1784295" y="233542"/>
                      </a:lnTo>
                      <a:lnTo>
                        <a:pt x="1903303" y="153767"/>
                      </a:lnTo>
                      <a:lnTo>
                        <a:pt x="2022242" y="164849"/>
                      </a:lnTo>
                      <a:lnTo>
                        <a:pt x="2141182" y="171663"/>
                      </a:lnTo>
                      <a:lnTo>
                        <a:pt x="2260121" y="168704"/>
                      </a:lnTo>
                      <a:lnTo>
                        <a:pt x="2379129" y="157415"/>
                      </a:lnTo>
                      <a:lnTo>
                        <a:pt x="2498068" y="128025"/>
                      </a:lnTo>
                      <a:lnTo>
                        <a:pt x="2617008" y="108477"/>
                      </a:lnTo>
                      <a:lnTo>
                        <a:pt x="2735947" y="84662"/>
                      </a:lnTo>
                    </a:path>
                  </a:pathLst>
                </a:custGeom>
                <a:noFill/>
                <a:ln w="29374" cap="flat">
                  <a:solidFill>
                    <a:srgbClr val="7DA6C6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7" name="Graphic 130">
                <a:extLst>
                  <a:ext uri="{FF2B5EF4-FFF2-40B4-BE49-F238E27FC236}">
                    <a16:creationId xmlns:a16="http://schemas.microsoft.com/office/drawing/2014/main" id="{4D20A16D-54B7-D2B1-03E9-1DBAC2E52F86}"/>
                  </a:ext>
                </a:extLst>
              </p:cNvPr>
              <p:cNvGrpSpPr/>
              <p:nvPr/>
            </p:nvGrpSpPr>
            <p:grpSpPr>
              <a:xfrm>
                <a:off x="3776775" y="3592250"/>
                <a:ext cx="1258065" cy="1090481"/>
                <a:chOff x="5482530" y="743005"/>
                <a:chExt cx="2736015" cy="1551373"/>
              </a:xfrm>
              <a:noFill/>
            </p:grpSpPr>
            <p:sp>
              <p:nvSpPr>
                <p:cNvPr id="98" name="Freeform 97">
                  <a:extLst>
                    <a:ext uri="{FF2B5EF4-FFF2-40B4-BE49-F238E27FC236}">
                      <a16:creationId xmlns:a16="http://schemas.microsoft.com/office/drawing/2014/main" id="{1F3DDB2D-251F-5CC1-43B8-8FB40B2252DD}"/>
                    </a:ext>
                  </a:extLst>
                </p:cNvPr>
                <p:cNvSpPr/>
                <p:nvPr/>
              </p:nvSpPr>
              <p:spPr>
                <a:xfrm>
                  <a:off x="5482530" y="2287495"/>
                  <a:ext cx="2736015" cy="6883"/>
                </a:xfrm>
                <a:custGeom>
                  <a:avLst/>
                  <a:gdLst>
                    <a:gd name="connsiteX0" fmla="*/ 0 w 2736015"/>
                    <a:gd name="connsiteY0" fmla="*/ 0 h 6883"/>
                    <a:gd name="connsiteX1" fmla="*/ 2736015 w 2736015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6015" h="6883">
                      <a:moveTo>
                        <a:pt x="0" y="0"/>
                      </a:moveTo>
                      <a:lnTo>
                        <a:pt x="2736015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 98">
                  <a:extLst>
                    <a:ext uri="{FF2B5EF4-FFF2-40B4-BE49-F238E27FC236}">
                      <a16:creationId xmlns:a16="http://schemas.microsoft.com/office/drawing/2014/main" id="{2EA0273E-8350-2349-C41A-7C57F6D0437A}"/>
                    </a:ext>
                  </a:extLst>
                </p:cNvPr>
                <p:cNvSpPr/>
                <p:nvPr/>
              </p:nvSpPr>
              <p:spPr>
                <a:xfrm>
                  <a:off x="5482530" y="1901355"/>
                  <a:ext cx="2736015" cy="6883"/>
                </a:xfrm>
                <a:custGeom>
                  <a:avLst/>
                  <a:gdLst>
                    <a:gd name="connsiteX0" fmla="*/ 0 w 2736015"/>
                    <a:gd name="connsiteY0" fmla="*/ 0 h 6883"/>
                    <a:gd name="connsiteX1" fmla="*/ 2736015 w 2736015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6015" h="6883">
                      <a:moveTo>
                        <a:pt x="0" y="0"/>
                      </a:moveTo>
                      <a:lnTo>
                        <a:pt x="2736015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 99">
                  <a:extLst>
                    <a:ext uri="{FF2B5EF4-FFF2-40B4-BE49-F238E27FC236}">
                      <a16:creationId xmlns:a16="http://schemas.microsoft.com/office/drawing/2014/main" id="{BFF64D9F-F32E-DB79-9EB5-742745B08F36}"/>
                    </a:ext>
                  </a:extLst>
                </p:cNvPr>
                <p:cNvSpPr/>
                <p:nvPr/>
              </p:nvSpPr>
              <p:spPr>
                <a:xfrm>
                  <a:off x="5482530" y="1515284"/>
                  <a:ext cx="2736015" cy="6883"/>
                </a:xfrm>
                <a:custGeom>
                  <a:avLst/>
                  <a:gdLst>
                    <a:gd name="connsiteX0" fmla="*/ 0 w 2736015"/>
                    <a:gd name="connsiteY0" fmla="*/ 0 h 6883"/>
                    <a:gd name="connsiteX1" fmla="*/ 2736015 w 2736015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6015" h="6883">
                      <a:moveTo>
                        <a:pt x="0" y="0"/>
                      </a:moveTo>
                      <a:lnTo>
                        <a:pt x="2736015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" name="Freeform 100">
                  <a:extLst>
                    <a:ext uri="{FF2B5EF4-FFF2-40B4-BE49-F238E27FC236}">
                      <a16:creationId xmlns:a16="http://schemas.microsoft.com/office/drawing/2014/main" id="{DB0257CA-EDA4-724D-8DE4-20D9AE41934B}"/>
                    </a:ext>
                  </a:extLst>
                </p:cNvPr>
                <p:cNvSpPr/>
                <p:nvPr/>
              </p:nvSpPr>
              <p:spPr>
                <a:xfrm>
                  <a:off x="5482530" y="1129145"/>
                  <a:ext cx="2736015" cy="6883"/>
                </a:xfrm>
                <a:custGeom>
                  <a:avLst/>
                  <a:gdLst>
                    <a:gd name="connsiteX0" fmla="*/ 0 w 2736015"/>
                    <a:gd name="connsiteY0" fmla="*/ 0 h 6883"/>
                    <a:gd name="connsiteX1" fmla="*/ 2736015 w 2736015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6015" h="6883">
                      <a:moveTo>
                        <a:pt x="0" y="0"/>
                      </a:moveTo>
                      <a:lnTo>
                        <a:pt x="2736015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" name="Freeform 101">
                  <a:extLst>
                    <a:ext uri="{FF2B5EF4-FFF2-40B4-BE49-F238E27FC236}">
                      <a16:creationId xmlns:a16="http://schemas.microsoft.com/office/drawing/2014/main" id="{FAA3CA98-69F5-3DA4-84E8-3E3BBBE45CA4}"/>
                    </a:ext>
                  </a:extLst>
                </p:cNvPr>
                <p:cNvSpPr/>
                <p:nvPr/>
              </p:nvSpPr>
              <p:spPr>
                <a:xfrm>
                  <a:off x="5482530" y="743005"/>
                  <a:ext cx="2736015" cy="6883"/>
                </a:xfrm>
                <a:custGeom>
                  <a:avLst/>
                  <a:gdLst>
                    <a:gd name="connsiteX0" fmla="*/ 0 w 2736015"/>
                    <a:gd name="connsiteY0" fmla="*/ 0 h 6883"/>
                    <a:gd name="connsiteX1" fmla="*/ 2736015 w 2736015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6015" h="6883">
                      <a:moveTo>
                        <a:pt x="0" y="0"/>
                      </a:moveTo>
                      <a:lnTo>
                        <a:pt x="2736015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3" name="Freeform 102">
                  <a:extLst>
                    <a:ext uri="{FF2B5EF4-FFF2-40B4-BE49-F238E27FC236}">
                      <a16:creationId xmlns:a16="http://schemas.microsoft.com/office/drawing/2014/main" id="{A6349DB2-9711-5AFE-B1F0-E45D5D0C880F}"/>
                    </a:ext>
                  </a:extLst>
                </p:cNvPr>
                <p:cNvSpPr/>
                <p:nvPr/>
              </p:nvSpPr>
              <p:spPr>
                <a:xfrm>
                  <a:off x="5482530" y="1230945"/>
                  <a:ext cx="2736015" cy="729604"/>
                </a:xfrm>
                <a:custGeom>
                  <a:avLst/>
                  <a:gdLst>
                    <a:gd name="connsiteX0" fmla="*/ 0 w 2736015"/>
                    <a:gd name="connsiteY0" fmla="*/ 71308 h 729604"/>
                    <a:gd name="connsiteX1" fmla="*/ 119008 w 2736015"/>
                    <a:gd name="connsiteY1" fmla="*/ 39922 h 729604"/>
                    <a:gd name="connsiteX2" fmla="*/ 237947 w 2736015"/>
                    <a:gd name="connsiteY2" fmla="*/ 7984 h 729604"/>
                    <a:gd name="connsiteX3" fmla="*/ 356887 w 2736015"/>
                    <a:gd name="connsiteY3" fmla="*/ 4405 h 729604"/>
                    <a:gd name="connsiteX4" fmla="*/ 475826 w 2736015"/>
                    <a:gd name="connsiteY4" fmla="*/ 0 h 729604"/>
                    <a:gd name="connsiteX5" fmla="*/ 594765 w 2736015"/>
                    <a:gd name="connsiteY5" fmla="*/ 468392 h 729604"/>
                    <a:gd name="connsiteX6" fmla="*/ 713773 w 2736015"/>
                    <a:gd name="connsiteY6" fmla="*/ 657951 h 729604"/>
                    <a:gd name="connsiteX7" fmla="*/ 832712 w 2736015"/>
                    <a:gd name="connsiteY7" fmla="*/ 698768 h 729604"/>
                    <a:gd name="connsiteX8" fmla="*/ 951651 w 2736015"/>
                    <a:gd name="connsiteY8" fmla="*/ 711639 h 729604"/>
                    <a:gd name="connsiteX9" fmla="*/ 1070591 w 2736015"/>
                    <a:gd name="connsiteY9" fmla="*/ 718041 h 729604"/>
                    <a:gd name="connsiteX10" fmla="*/ 1189599 w 2736015"/>
                    <a:gd name="connsiteY10" fmla="*/ 725543 h 729604"/>
                    <a:gd name="connsiteX11" fmla="*/ 1308538 w 2736015"/>
                    <a:gd name="connsiteY11" fmla="*/ 729604 h 729604"/>
                    <a:gd name="connsiteX12" fmla="*/ 1427477 w 2736015"/>
                    <a:gd name="connsiteY12" fmla="*/ 722446 h 729604"/>
                    <a:gd name="connsiteX13" fmla="*/ 1546417 w 2736015"/>
                    <a:gd name="connsiteY13" fmla="*/ 710332 h 729604"/>
                    <a:gd name="connsiteX14" fmla="*/ 1665425 w 2736015"/>
                    <a:gd name="connsiteY14" fmla="*/ 696565 h 729604"/>
                    <a:gd name="connsiteX15" fmla="*/ 1784364 w 2736015"/>
                    <a:gd name="connsiteY15" fmla="*/ 665936 h 729604"/>
                    <a:gd name="connsiteX16" fmla="*/ 1903303 w 2736015"/>
                    <a:gd name="connsiteY16" fmla="*/ 573015 h 729604"/>
                    <a:gd name="connsiteX17" fmla="*/ 2022243 w 2736015"/>
                    <a:gd name="connsiteY17" fmla="*/ 333760 h 729604"/>
                    <a:gd name="connsiteX18" fmla="*/ 2141251 w 2736015"/>
                    <a:gd name="connsiteY18" fmla="*/ 247790 h 729604"/>
                    <a:gd name="connsiteX19" fmla="*/ 2260190 w 2736015"/>
                    <a:gd name="connsiteY19" fmla="*/ 231959 h 729604"/>
                    <a:gd name="connsiteX20" fmla="*/ 2379129 w 2736015"/>
                    <a:gd name="connsiteY20" fmla="*/ 228586 h 729604"/>
                    <a:gd name="connsiteX21" fmla="*/ 2498068 w 2736015"/>
                    <a:gd name="connsiteY21" fmla="*/ 179510 h 729604"/>
                    <a:gd name="connsiteX22" fmla="*/ 2617076 w 2736015"/>
                    <a:gd name="connsiteY22" fmla="*/ 132843 h 729604"/>
                    <a:gd name="connsiteX23" fmla="*/ 2736015 w 2736015"/>
                    <a:gd name="connsiteY23" fmla="*/ 93678 h 7296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736015" h="729604">
                      <a:moveTo>
                        <a:pt x="0" y="71308"/>
                      </a:moveTo>
                      <a:lnTo>
                        <a:pt x="119008" y="39922"/>
                      </a:lnTo>
                      <a:lnTo>
                        <a:pt x="237947" y="7984"/>
                      </a:lnTo>
                      <a:lnTo>
                        <a:pt x="356887" y="4405"/>
                      </a:lnTo>
                      <a:lnTo>
                        <a:pt x="475826" y="0"/>
                      </a:lnTo>
                      <a:lnTo>
                        <a:pt x="594765" y="468392"/>
                      </a:lnTo>
                      <a:lnTo>
                        <a:pt x="713773" y="657951"/>
                      </a:lnTo>
                      <a:lnTo>
                        <a:pt x="832712" y="698768"/>
                      </a:lnTo>
                      <a:lnTo>
                        <a:pt x="951651" y="711639"/>
                      </a:lnTo>
                      <a:lnTo>
                        <a:pt x="1070591" y="718041"/>
                      </a:lnTo>
                      <a:lnTo>
                        <a:pt x="1189599" y="725543"/>
                      </a:lnTo>
                      <a:lnTo>
                        <a:pt x="1308538" y="729604"/>
                      </a:lnTo>
                      <a:lnTo>
                        <a:pt x="1427477" y="722446"/>
                      </a:lnTo>
                      <a:lnTo>
                        <a:pt x="1546417" y="710332"/>
                      </a:lnTo>
                      <a:lnTo>
                        <a:pt x="1665425" y="696565"/>
                      </a:lnTo>
                      <a:lnTo>
                        <a:pt x="1784364" y="665936"/>
                      </a:lnTo>
                      <a:lnTo>
                        <a:pt x="1903303" y="573015"/>
                      </a:lnTo>
                      <a:lnTo>
                        <a:pt x="2022243" y="333760"/>
                      </a:lnTo>
                      <a:lnTo>
                        <a:pt x="2141251" y="247790"/>
                      </a:lnTo>
                      <a:lnTo>
                        <a:pt x="2260190" y="231959"/>
                      </a:lnTo>
                      <a:lnTo>
                        <a:pt x="2379129" y="228586"/>
                      </a:lnTo>
                      <a:lnTo>
                        <a:pt x="2498068" y="179510"/>
                      </a:lnTo>
                      <a:lnTo>
                        <a:pt x="2617076" y="132843"/>
                      </a:lnTo>
                      <a:lnTo>
                        <a:pt x="2736015" y="93678"/>
                      </a:lnTo>
                    </a:path>
                  </a:pathLst>
                </a:custGeom>
                <a:noFill/>
                <a:ln w="29374" cap="flat">
                  <a:solidFill>
                    <a:srgbClr val="7DA6C6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5" name="Freeform 104">
                  <a:extLst>
                    <a:ext uri="{FF2B5EF4-FFF2-40B4-BE49-F238E27FC236}">
                      <a16:creationId xmlns:a16="http://schemas.microsoft.com/office/drawing/2014/main" id="{CB4DF3AC-841E-EEB6-6707-42AA5508292A}"/>
                    </a:ext>
                  </a:extLst>
                </p:cNvPr>
                <p:cNvSpPr/>
                <p:nvPr/>
              </p:nvSpPr>
              <p:spPr>
                <a:xfrm>
                  <a:off x="5482530" y="2072399"/>
                  <a:ext cx="2736015" cy="204426"/>
                </a:xfrm>
                <a:custGeom>
                  <a:avLst/>
                  <a:gdLst>
                    <a:gd name="connsiteX0" fmla="*/ 0 w 2736015"/>
                    <a:gd name="connsiteY0" fmla="*/ 27601 h 204426"/>
                    <a:gd name="connsiteX1" fmla="*/ 119008 w 2736015"/>
                    <a:gd name="connsiteY1" fmla="*/ 13422 h 204426"/>
                    <a:gd name="connsiteX2" fmla="*/ 237947 w 2736015"/>
                    <a:gd name="connsiteY2" fmla="*/ 4267 h 204426"/>
                    <a:gd name="connsiteX3" fmla="*/ 356887 w 2736015"/>
                    <a:gd name="connsiteY3" fmla="*/ 0 h 204426"/>
                    <a:gd name="connsiteX4" fmla="*/ 475826 w 2736015"/>
                    <a:gd name="connsiteY4" fmla="*/ 23471 h 204426"/>
                    <a:gd name="connsiteX5" fmla="*/ 594765 w 2736015"/>
                    <a:gd name="connsiteY5" fmla="*/ 175862 h 204426"/>
                    <a:gd name="connsiteX6" fmla="*/ 713773 w 2736015"/>
                    <a:gd name="connsiteY6" fmla="*/ 199884 h 204426"/>
                    <a:gd name="connsiteX7" fmla="*/ 832712 w 2736015"/>
                    <a:gd name="connsiteY7" fmla="*/ 202224 h 204426"/>
                    <a:gd name="connsiteX8" fmla="*/ 951651 w 2736015"/>
                    <a:gd name="connsiteY8" fmla="*/ 203257 h 204426"/>
                    <a:gd name="connsiteX9" fmla="*/ 1070591 w 2736015"/>
                    <a:gd name="connsiteY9" fmla="*/ 204014 h 204426"/>
                    <a:gd name="connsiteX10" fmla="*/ 1189599 w 2736015"/>
                    <a:gd name="connsiteY10" fmla="*/ 204427 h 204426"/>
                    <a:gd name="connsiteX11" fmla="*/ 1308538 w 2736015"/>
                    <a:gd name="connsiteY11" fmla="*/ 204289 h 204426"/>
                    <a:gd name="connsiteX12" fmla="*/ 1427477 w 2736015"/>
                    <a:gd name="connsiteY12" fmla="*/ 204014 h 204426"/>
                    <a:gd name="connsiteX13" fmla="*/ 1546417 w 2736015"/>
                    <a:gd name="connsiteY13" fmla="*/ 204014 h 204426"/>
                    <a:gd name="connsiteX14" fmla="*/ 1665425 w 2736015"/>
                    <a:gd name="connsiteY14" fmla="*/ 200572 h 204426"/>
                    <a:gd name="connsiteX15" fmla="*/ 1784364 w 2736015"/>
                    <a:gd name="connsiteY15" fmla="*/ 192932 h 204426"/>
                    <a:gd name="connsiteX16" fmla="*/ 1903303 w 2736015"/>
                    <a:gd name="connsiteY16" fmla="*/ 160788 h 204426"/>
                    <a:gd name="connsiteX17" fmla="*/ 2022243 w 2736015"/>
                    <a:gd name="connsiteY17" fmla="*/ 100699 h 204426"/>
                    <a:gd name="connsiteX18" fmla="*/ 2141251 w 2736015"/>
                    <a:gd name="connsiteY18" fmla="*/ 99804 h 204426"/>
                    <a:gd name="connsiteX19" fmla="*/ 2260190 w 2736015"/>
                    <a:gd name="connsiteY19" fmla="*/ 96294 h 204426"/>
                    <a:gd name="connsiteX20" fmla="*/ 2379129 w 2736015"/>
                    <a:gd name="connsiteY20" fmla="*/ 91889 h 204426"/>
                    <a:gd name="connsiteX21" fmla="*/ 2498068 w 2736015"/>
                    <a:gd name="connsiteY21" fmla="*/ 73236 h 204426"/>
                    <a:gd name="connsiteX22" fmla="*/ 2617076 w 2736015"/>
                    <a:gd name="connsiteY22" fmla="*/ 56028 h 204426"/>
                    <a:gd name="connsiteX23" fmla="*/ 2736015 w 2736015"/>
                    <a:gd name="connsiteY23" fmla="*/ 37237 h 204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736015" h="204426">
                      <a:moveTo>
                        <a:pt x="0" y="27601"/>
                      </a:moveTo>
                      <a:lnTo>
                        <a:pt x="119008" y="13422"/>
                      </a:lnTo>
                      <a:lnTo>
                        <a:pt x="237947" y="4267"/>
                      </a:lnTo>
                      <a:lnTo>
                        <a:pt x="356887" y="0"/>
                      </a:lnTo>
                      <a:lnTo>
                        <a:pt x="475826" y="23471"/>
                      </a:lnTo>
                      <a:lnTo>
                        <a:pt x="594765" y="175862"/>
                      </a:lnTo>
                      <a:lnTo>
                        <a:pt x="713773" y="199884"/>
                      </a:lnTo>
                      <a:lnTo>
                        <a:pt x="832712" y="202224"/>
                      </a:lnTo>
                      <a:lnTo>
                        <a:pt x="951651" y="203257"/>
                      </a:lnTo>
                      <a:lnTo>
                        <a:pt x="1070591" y="204014"/>
                      </a:lnTo>
                      <a:lnTo>
                        <a:pt x="1189599" y="204427"/>
                      </a:lnTo>
                      <a:lnTo>
                        <a:pt x="1308538" y="204289"/>
                      </a:lnTo>
                      <a:lnTo>
                        <a:pt x="1427477" y="204014"/>
                      </a:lnTo>
                      <a:lnTo>
                        <a:pt x="1546417" y="204014"/>
                      </a:lnTo>
                      <a:lnTo>
                        <a:pt x="1665425" y="200572"/>
                      </a:lnTo>
                      <a:lnTo>
                        <a:pt x="1784364" y="192932"/>
                      </a:lnTo>
                      <a:lnTo>
                        <a:pt x="1903303" y="160788"/>
                      </a:lnTo>
                      <a:lnTo>
                        <a:pt x="2022243" y="100699"/>
                      </a:lnTo>
                      <a:lnTo>
                        <a:pt x="2141251" y="99804"/>
                      </a:lnTo>
                      <a:lnTo>
                        <a:pt x="2260190" y="96294"/>
                      </a:lnTo>
                      <a:lnTo>
                        <a:pt x="2379129" y="91889"/>
                      </a:lnTo>
                      <a:lnTo>
                        <a:pt x="2498068" y="73236"/>
                      </a:lnTo>
                      <a:lnTo>
                        <a:pt x="2617076" y="56028"/>
                      </a:lnTo>
                      <a:lnTo>
                        <a:pt x="2736015" y="37237"/>
                      </a:lnTo>
                    </a:path>
                  </a:pathLst>
                </a:custGeom>
                <a:noFill/>
                <a:ln w="29374" cap="flat">
                  <a:solidFill>
                    <a:srgbClr val="7DA6C6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6" name="Graphic 130">
                <a:extLst>
                  <a:ext uri="{FF2B5EF4-FFF2-40B4-BE49-F238E27FC236}">
                    <a16:creationId xmlns:a16="http://schemas.microsoft.com/office/drawing/2014/main" id="{1026DC17-BF25-055A-FEBE-F62A40124929}"/>
                  </a:ext>
                </a:extLst>
              </p:cNvPr>
              <p:cNvGrpSpPr/>
              <p:nvPr/>
            </p:nvGrpSpPr>
            <p:grpSpPr>
              <a:xfrm>
                <a:off x="3751324" y="5025059"/>
                <a:ext cx="1255208" cy="1088005"/>
                <a:chOff x="5482530" y="2450348"/>
                <a:chExt cx="2736015" cy="1551372"/>
              </a:xfrm>
              <a:noFill/>
            </p:grpSpPr>
            <p:sp>
              <p:nvSpPr>
                <p:cNvPr id="107" name="Freeform 106">
                  <a:extLst>
                    <a:ext uri="{FF2B5EF4-FFF2-40B4-BE49-F238E27FC236}">
                      <a16:creationId xmlns:a16="http://schemas.microsoft.com/office/drawing/2014/main" id="{15DAE564-32D1-A3FE-1384-78733971EEFB}"/>
                    </a:ext>
                  </a:extLst>
                </p:cNvPr>
                <p:cNvSpPr/>
                <p:nvPr/>
              </p:nvSpPr>
              <p:spPr>
                <a:xfrm>
                  <a:off x="5482530" y="3994837"/>
                  <a:ext cx="2736015" cy="6883"/>
                </a:xfrm>
                <a:custGeom>
                  <a:avLst/>
                  <a:gdLst>
                    <a:gd name="connsiteX0" fmla="*/ 0 w 2736015"/>
                    <a:gd name="connsiteY0" fmla="*/ 0 h 6883"/>
                    <a:gd name="connsiteX1" fmla="*/ 2736015 w 2736015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6015" h="6883">
                      <a:moveTo>
                        <a:pt x="0" y="0"/>
                      </a:moveTo>
                      <a:lnTo>
                        <a:pt x="2736015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5F47166F-98CF-4236-DD28-AB3AC86DC7E3}"/>
                    </a:ext>
                  </a:extLst>
                </p:cNvPr>
                <p:cNvSpPr/>
                <p:nvPr/>
              </p:nvSpPr>
              <p:spPr>
                <a:xfrm>
                  <a:off x="5482530" y="3608697"/>
                  <a:ext cx="2736015" cy="6883"/>
                </a:xfrm>
                <a:custGeom>
                  <a:avLst/>
                  <a:gdLst>
                    <a:gd name="connsiteX0" fmla="*/ 0 w 2736015"/>
                    <a:gd name="connsiteY0" fmla="*/ 0 h 6883"/>
                    <a:gd name="connsiteX1" fmla="*/ 2736015 w 2736015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6015" h="6883">
                      <a:moveTo>
                        <a:pt x="0" y="0"/>
                      </a:moveTo>
                      <a:lnTo>
                        <a:pt x="2736015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FDB0389B-9DFE-7EC3-1FBA-614635821A0B}"/>
                    </a:ext>
                  </a:extLst>
                </p:cNvPr>
                <p:cNvSpPr/>
                <p:nvPr/>
              </p:nvSpPr>
              <p:spPr>
                <a:xfrm>
                  <a:off x="5482530" y="3222627"/>
                  <a:ext cx="2736015" cy="6883"/>
                </a:xfrm>
                <a:custGeom>
                  <a:avLst/>
                  <a:gdLst>
                    <a:gd name="connsiteX0" fmla="*/ 0 w 2736015"/>
                    <a:gd name="connsiteY0" fmla="*/ 0 h 6883"/>
                    <a:gd name="connsiteX1" fmla="*/ 2736015 w 2736015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6015" h="6883">
                      <a:moveTo>
                        <a:pt x="0" y="0"/>
                      </a:moveTo>
                      <a:lnTo>
                        <a:pt x="2736015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056B2458-AEEA-73DA-E53C-A66BFAAA4F94}"/>
                    </a:ext>
                  </a:extLst>
                </p:cNvPr>
                <p:cNvSpPr/>
                <p:nvPr/>
              </p:nvSpPr>
              <p:spPr>
                <a:xfrm>
                  <a:off x="5482530" y="2836487"/>
                  <a:ext cx="2736015" cy="6883"/>
                </a:xfrm>
                <a:custGeom>
                  <a:avLst/>
                  <a:gdLst>
                    <a:gd name="connsiteX0" fmla="*/ 0 w 2736015"/>
                    <a:gd name="connsiteY0" fmla="*/ 0 h 6883"/>
                    <a:gd name="connsiteX1" fmla="*/ 2736015 w 2736015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6015" h="6883">
                      <a:moveTo>
                        <a:pt x="0" y="0"/>
                      </a:moveTo>
                      <a:lnTo>
                        <a:pt x="2736015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" name="Freeform 110">
                  <a:extLst>
                    <a:ext uri="{FF2B5EF4-FFF2-40B4-BE49-F238E27FC236}">
                      <a16:creationId xmlns:a16="http://schemas.microsoft.com/office/drawing/2014/main" id="{A040F85E-CBC9-5C98-D698-61AB0B8AACE1}"/>
                    </a:ext>
                  </a:extLst>
                </p:cNvPr>
                <p:cNvSpPr/>
                <p:nvPr/>
              </p:nvSpPr>
              <p:spPr>
                <a:xfrm>
                  <a:off x="5482530" y="2450348"/>
                  <a:ext cx="2736015" cy="6883"/>
                </a:xfrm>
                <a:custGeom>
                  <a:avLst/>
                  <a:gdLst>
                    <a:gd name="connsiteX0" fmla="*/ 0 w 2736015"/>
                    <a:gd name="connsiteY0" fmla="*/ 0 h 6883"/>
                    <a:gd name="connsiteX1" fmla="*/ 2736015 w 2736015"/>
                    <a:gd name="connsiteY1" fmla="*/ 0 h 68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736015" h="6883">
                      <a:moveTo>
                        <a:pt x="0" y="0"/>
                      </a:moveTo>
                      <a:lnTo>
                        <a:pt x="2736015" y="0"/>
                      </a:lnTo>
                    </a:path>
                  </a:pathLst>
                </a:custGeom>
                <a:noFill/>
                <a:ln w="3646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" name="Freeform 111">
                  <a:extLst>
                    <a:ext uri="{FF2B5EF4-FFF2-40B4-BE49-F238E27FC236}">
                      <a16:creationId xmlns:a16="http://schemas.microsoft.com/office/drawing/2014/main" id="{73F20D9C-7323-F311-DF3E-DB005EB03911}"/>
                    </a:ext>
                  </a:extLst>
                </p:cNvPr>
                <p:cNvSpPr/>
                <p:nvPr/>
              </p:nvSpPr>
              <p:spPr>
                <a:xfrm>
                  <a:off x="5482530" y="2689534"/>
                  <a:ext cx="2736015" cy="645562"/>
                </a:xfrm>
                <a:custGeom>
                  <a:avLst/>
                  <a:gdLst>
                    <a:gd name="connsiteX0" fmla="*/ 0 w 2736015"/>
                    <a:gd name="connsiteY0" fmla="*/ 10531 h 645562"/>
                    <a:gd name="connsiteX1" fmla="*/ 119008 w 2736015"/>
                    <a:gd name="connsiteY1" fmla="*/ 4887 h 645562"/>
                    <a:gd name="connsiteX2" fmla="*/ 237947 w 2736015"/>
                    <a:gd name="connsiteY2" fmla="*/ 3029 h 645562"/>
                    <a:gd name="connsiteX3" fmla="*/ 356887 w 2736015"/>
                    <a:gd name="connsiteY3" fmla="*/ 0 h 645562"/>
                    <a:gd name="connsiteX4" fmla="*/ 475826 w 2736015"/>
                    <a:gd name="connsiteY4" fmla="*/ 1927 h 645562"/>
                    <a:gd name="connsiteX5" fmla="*/ 594765 w 2736015"/>
                    <a:gd name="connsiteY5" fmla="*/ 23816 h 645562"/>
                    <a:gd name="connsiteX6" fmla="*/ 713773 w 2736015"/>
                    <a:gd name="connsiteY6" fmla="*/ 97051 h 645562"/>
                    <a:gd name="connsiteX7" fmla="*/ 832712 w 2736015"/>
                    <a:gd name="connsiteY7" fmla="*/ 417733 h 645562"/>
                    <a:gd name="connsiteX8" fmla="*/ 951651 w 2736015"/>
                    <a:gd name="connsiteY8" fmla="*/ 605159 h 645562"/>
                    <a:gd name="connsiteX9" fmla="*/ 1070591 w 2736015"/>
                    <a:gd name="connsiteY9" fmla="*/ 641157 h 645562"/>
                    <a:gd name="connsiteX10" fmla="*/ 1189599 w 2736015"/>
                    <a:gd name="connsiteY10" fmla="*/ 645562 h 645562"/>
                    <a:gd name="connsiteX11" fmla="*/ 1308538 w 2736015"/>
                    <a:gd name="connsiteY11" fmla="*/ 631658 h 645562"/>
                    <a:gd name="connsiteX12" fmla="*/ 1427477 w 2736015"/>
                    <a:gd name="connsiteY12" fmla="*/ 628217 h 645562"/>
                    <a:gd name="connsiteX13" fmla="*/ 1546417 w 2736015"/>
                    <a:gd name="connsiteY13" fmla="*/ 631934 h 645562"/>
                    <a:gd name="connsiteX14" fmla="*/ 1665425 w 2736015"/>
                    <a:gd name="connsiteY14" fmla="*/ 598551 h 645562"/>
                    <a:gd name="connsiteX15" fmla="*/ 1784364 w 2736015"/>
                    <a:gd name="connsiteY15" fmla="*/ 410919 h 645562"/>
                    <a:gd name="connsiteX16" fmla="*/ 1903303 w 2736015"/>
                    <a:gd name="connsiteY16" fmla="*/ 168704 h 645562"/>
                    <a:gd name="connsiteX17" fmla="*/ 2022243 w 2736015"/>
                    <a:gd name="connsiteY17" fmla="*/ 201398 h 645562"/>
                    <a:gd name="connsiteX18" fmla="*/ 2141251 w 2736015"/>
                    <a:gd name="connsiteY18" fmla="*/ 221497 h 645562"/>
                    <a:gd name="connsiteX19" fmla="*/ 2260190 w 2736015"/>
                    <a:gd name="connsiteY19" fmla="*/ 210553 h 645562"/>
                    <a:gd name="connsiteX20" fmla="*/ 2379129 w 2736015"/>
                    <a:gd name="connsiteY20" fmla="*/ 194033 h 645562"/>
                    <a:gd name="connsiteX21" fmla="*/ 2498068 w 2736015"/>
                    <a:gd name="connsiteY21" fmla="*/ 172214 h 645562"/>
                    <a:gd name="connsiteX22" fmla="*/ 2617076 w 2736015"/>
                    <a:gd name="connsiteY22" fmla="*/ 113364 h 645562"/>
                    <a:gd name="connsiteX23" fmla="*/ 2736015 w 2736015"/>
                    <a:gd name="connsiteY23" fmla="*/ 45635 h 6455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736015" h="645562">
                      <a:moveTo>
                        <a:pt x="0" y="10531"/>
                      </a:moveTo>
                      <a:lnTo>
                        <a:pt x="119008" y="4887"/>
                      </a:lnTo>
                      <a:lnTo>
                        <a:pt x="237947" y="3029"/>
                      </a:lnTo>
                      <a:lnTo>
                        <a:pt x="356887" y="0"/>
                      </a:lnTo>
                      <a:lnTo>
                        <a:pt x="475826" y="1927"/>
                      </a:lnTo>
                      <a:lnTo>
                        <a:pt x="594765" y="23816"/>
                      </a:lnTo>
                      <a:lnTo>
                        <a:pt x="713773" y="97051"/>
                      </a:lnTo>
                      <a:lnTo>
                        <a:pt x="832712" y="417733"/>
                      </a:lnTo>
                      <a:lnTo>
                        <a:pt x="951651" y="605159"/>
                      </a:lnTo>
                      <a:lnTo>
                        <a:pt x="1070591" y="641157"/>
                      </a:lnTo>
                      <a:lnTo>
                        <a:pt x="1189599" y="645562"/>
                      </a:lnTo>
                      <a:lnTo>
                        <a:pt x="1308538" y="631658"/>
                      </a:lnTo>
                      <a:lnTo>
                        <a:pt x="1427477" y="628217"/>
                      </a:lnTo>
                      <a:lnTo>
                        <a:pt x="1546417" y="631934"/>
                      </a:lnTo>
                      <a:lnTo>
                        <a:pt x="1665425" y="598551"/>
                      </a:lnTo>
                      <a:lnTo>
                        <a:pt x="1784364" y="410919"/>
                      </a:lnTo>
                      <a:lnTo>
                        <a:pt x="1903303" y="168704"/>
                      </a:lnTo>
                      <a:lnTo>
                        <a:pt x="2022243" y="201398"/>
                      </a:lnTo>
                      <a:lnTo>
                        <a:pt x="2141251" y="221497"/>
                      </a:lnTo>
                      <a:lnTo>
                        <a:pt x="2260190" y="210553"/>
                      </a:lnTo>
                      <a:lnTo>
                        <a:pt x="2379129" y="194033"/>
                      </a:lnTo>
                      <a:lnTo>
                        <a:pt x="2498068" y="172214"/>
                      </a:lnTo>
                      <a:lnTo>
                        <a:pt x="2617076" y="113364"/>
                      </a:lnTo>
                      <a:lnTo>
                        <a:pt x="2736015" y="45635"/>
                      </a:lnTo>
                    </a:path>
                  </a:pathLst>
                </a:custGeom>
                <a:noFill/>
                <a:ln w="29374" cap="flat">
                  <a:solidFill>
                    <a:srgbClr val="7DA6C6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" name="Freeform 113">
                  <a:extLst>
                    <a:ext uri="{FF2B5EF4-FFF2-40B4-BE49-F238E27FC236}">
                      <a16:creationId xmlns:a16="http://schemas.microsoft.com/office/drawing/2014/main" id="{AC0DDBAD-3B0E-20BE-677A-FB4440B530DF}"/>
                    </a:ext>
                  </a:extLst>
                </p:cNvPr>
                <p:cNvSpPr/>
                <p:nvPr/>
              </p:nvSpPr>
              <p:spPr>
                <a:xfrm>
                  <a:off x="5482530" y="3707469"/>
                  <a:ext cx="2736015" cy="221634"/>
                </a:xfrm>
                <a:custGeom>
                  <a:avLst/>
                  <a:gdLst>
                    <a:gd name="connsiteX0" fmla="*/ 0 w 2736015"/>
                    <a:gd name="connsiteY0" fmla="*/ 29322 h 221634"/>
                    <a:gd name="connsiteX1" fmla="*/ 119008 w 2736015"/>
                    <a:gd name="connsiteY1" fmla="*/ 15900 h 221634"/>
                    <a:gd name="connsiteX2" fmla="*/ 237947 w 2736015"/>
                    <a:gd name="connsiteY2" fmla="*/ 6952 h 221634"/>
                    <a:gd name="connsiteX3" fmla="*/ 356887 w 2736015"/>
                    <a:gd name="connsiteY3" fmla="*/ 1377 h 221634"/>
                    <a:gd name="connsiteX4" fmla="*/ 475826 w 2736015"/>
                    <a:gd name="connsiteY4" fmla="*/ 0 h 221634"/>
                    <a:gd name="connsiteX5" fmla="*/ 594765 w 2736015"/>
                    <a:gd name="connsiteY5" fmla="*/ 4474 h 221634"/>
                    <a:gd name="connsiteX6" fmla="*/ 713773 w 2736015"/>
                    <a:gd name="connsiteY6" fmla="*/ 33589 h 221634"/>
                    <a:gd name="connsiteX7" fmla="*/ 832712 w 2736015"/>
                    <a:gd name="connsiteY7" fmla="*/ 186187 h 221634"/>
                    <a:gd name="connsiteX8" fmla="*/ 951651 w 2736015"/>
                    <a:gd name="connsiteY8" fmla="*/ 215921 h 221634"/>
                    <a:gd name="connsiteX9" fmla="*/ 1070591 w 2736015"/>
                    <a:gd name="connsiteY9" fmla="*/ 220946 h 221634"/>
                    <a:gd name="connsiteX10" fmla="*/ 1189599 w 2736015"/>
                    <a:gd name="connsiteY10" fmla="*/ 221635 h 221634"/>
                    <a:gd name="connsiteX11" fmla="*/ 1308538 w 2736015"/>
                    <a:gd name="connsiteY11" fmla="*/ 220671 h 221634"/>
                    <a:gd name="connsiteX12" fmla="*/ 1427477 w 2736015"/>
                    <a:gd name="connsiteY12" fmla="*/ 219776 h 221634"/>
                    <a:gd name="connsiteX13" fmla="*/ 1546417 w 2736015"/>
                    <a:gd name="connsiteY13" fmla="*/ 218675 h 221634"/>
                    <a:gd name="connsiteX14" fmla="*/ 1665425 w 2736015"/>
                    <a:gd name="connsiteY14" fmla="*/ 214132 h 221634"/>
                    <a:gd name="connsiteX15" fmla="*/ 1784364 w 2736015"/>
                    <a:gd name="connsiteY15" fmla="*/ 135252 h 221634"/>
                    <a:gd name="connsiteX16" fmla="*/ 1903303 w 2736015"/>
                    <a:gd name="connsiteY16" fmla="*/ 73236 h 221634"/>
                    <a:gd name="connsiteX17" fmla="*/ 2022243 w 2736015"/>
                    <a:gd name="connsiteY17" fmla="*/ 88929 h 221634"/>
                    <a:gd name="connsiteX18" fmla="*/ 2141251 w 2736015"/>
                    <a:gd name="connsiteY18" fmla="*/ 97395 h 221634"/>
                    <a:gd name="connsiteX19" fmla="*/ 2260190 w 2736015"/>
                    <a:gd name="connsiteY19" fmla="*/ 98703 h 221634"/>
                    <a:gd name="connsiteX20" fmla="*/ 2379129 w 2736015"/>
                    <a:gd name="connsiteY20" fmla="*/ 89686 h 221634"/>
                    <a:gd name="connsiteX21" fmla="*/ 2498068 w 2736015"/>
                    <a:gd name="connsiteY21" fmla="*/ 80532 h 221634"/>
                    <a:gd name="connsiteX22" fmla="*/ 2617076 w 2736015"/>
                    <a:gd name="connsiteY22" fmla="*/ 68349 h 221634"/>
                    <a:gd name="connsiteX23" fmla="*/ 2736015 w 2736015"/>
                    <a:gd name="connsiteY23" fmla="*/ 49489 h 2216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736015" h="221634">
                      <a:moveTo>
                        <a:pt x="0" y="29322"/>
                      </a:moveTo>
                      <a:lnTo>
                        <a:pt x="119008" y="15900"/>
                      </a:lnTo>
                      <a:lnTo>
                        <a:pt x="237947" y="6952"/>
                      </a:lnTo>
                      <a:lnTo>
                        <a:pt x="356887" y="1377"/>
                      </a:lnTo>
                      <a:lnTo>
                        <a:pt x="475826" y="0"/>
                      </a:lnTo>
                      <a:lnTo>
                        <a:pt x="594765" y="4474"/>
                      </a:lnTo>
                      <a:lnTo>
                        <a:pt x="713773" y="33589"/>
                      </a:lnTo>
                      <a:lnTo>
                        <a:pt x="832712" y="186187"/>
                      </a:lnTo>
                      <a:lnTo>
                        <a:pt x="951651" y="215921"/>
                      </a:lnTo>
                      <a:lnTo>
                        <a:pt x="1070591" y="220946"/>
                      </a:lnTo>
                      <a:lnTo>
                        <a:pt x="1189599" y="221635"/>
                      </a:lnTo>
                      <a:lnTo>
                        <a:pt x="1308538" y="220671"/>
                      </a:lnTo>
                      <a:lnTo>
                        <a:pt x="1427477" y="219776"/>
                      </a:lnTo>
                      <a:lnTo>
                        <a:pt x="1546417" y="218675"/>
                      </a:lnTo>
                      <a:lnTo>
                        <a:pt x="1665425" y="214132"/>
                      </a:lnTo>
                      <a:lnTo>
                        <a:pt x="1784364" y="135252"/>
                      </a:lnTo>
                      <a:lnTo>
                        <a:pt x="1903303" y="73236"/>
                      </a:lnTo>
                      <a:lnTo>
                        <a:pt x="2022243" y="88929"/>
                      </a:lnTo>
                      <a:lnTo>
                        <a:pt x="2141251" y="97395"/>
                      </a:lnTo>
                      <a:lnTo>
                        <a:pt x="2260190" y="98703"/>
                      </a:lnTo>
                      <a:lnTo>
                        <a:pt x="2379129" y="89686"/>
                      </a:lnTo>
                      <a:lnTo>
                        <a:pt x="2498068" y="80532"/>
                      </a:lnTo>
                      <a:lnTo>
                        <a:pt x="2617076" y="68349"/>
                      </a:lnTo>
                      <a:lnTo>
                        <a:pt x="2736015" y="49489"/>
                      </a:lnTo>
                    </a:path>
                  </a:pathLst>
                </a:custGeom>
                <a:noFill/>
                <a:ln w="29374" cap="flat">
                  <a:solidFill>
                    <a:srgbClr val="7DA6C6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1E478D70-BB18-085E-E8A0-27FED148C90F}"/>
                  </a:ext>
                </a:extLst>
              </p:cNvPr>
              <p:cNvSpPr txBox="1"/>
              <p:nvPr/>
            </p:nvSpPr>
            <p:spPr>
              <a:xfrm>
                <a:off x="1934918" y="4926410"/>
                <a:ext cx="343500" cy="21984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400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25B6A15-7D68-6A8A-A749-FF1A20A08DDC}"/>
                  </a:ext>
                </a:extLst>
              </p:cNvPr>
              <p:cNvSpPr txBox="1"/>
              <p:nvPr/>
            </p:nvSpPr>
            <p:spPr>
              <a:xfrm>
                <a:off x="2017262" y="4573253"/>
                <a:ext cx="202436" cy="21984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113F0370-1DE7-8F75-09EF-88A6DC6BAE5F}"/>
                  </a:ext>
                </a:extLst>
              </p:cNvPr>
              <p:cNvSpPr txBox="1"/>
              <p:nvPr/>
            </p:nvSpPr>
            <p:spPr>
              <a:xfrm>
                <a:off x="1970195" y="4293766"/>
                <a:ext cx="343500" cy="21984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100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287C5E4D-BF98-BDEC-B59F-9D891F6CF6FD}"/>
                  </a:ext>
                </a:extLst>
              </p:cNvPr>
              <p:cNvSpPr txBox="1"/>
              <p:nvPr/>
            </p:nvSpPr>
            <p:spPr>
              <a:xfrm>
                <a:off x="1970195" y="4039462"/>
                <a:ext cx="343500" cy="21984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200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48797629-1238-95C4-06B0-08CC679B5611}"/>
                  </a:ext>
                </a:extLst>
              </p:cNvPr>
              <p:cNvSpPr txBox="1"/>
              <p:nvPr/>
            </p:nvSpPr>
            <p:spPr>
              <a:xfrm>
                <a:off x="1970195" y="3768689"/>
                <a:ext cx="343500" cy="21984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300</a:t>
                </a:r>
              </a:p>
            </p:txBody>
          </p: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AD18617-F028-1A14-0112-DA87A4493569}"/>
                  </a:ext>
                </a:extLst>
              </p:cNvPr>
              <p:cNvSpPr txBox="1"/>
              <p:nvPr/>
            </p:nvSpPr>
            <p:spPr>
              <a:xfrm>
                <a:off x="1970195" y="3501346"/>
                <a:ext cx="343500" cy="21984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400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84DCA5AA-15CF-2F33-6EB3-8EDB586893C9}"/>
                  </a:ext>
                </a:extLst>
              </p:cNvPr>
              <p:cNvSpPr txBox="1"/>
              <p:nvPr/>
            </p:nvSpPr>
            <p:spPr>
              <a:xfrm>
                <a:off x="3772726" y="6108237"/>
                <a:ext cx="430062" cy="21560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A513672D-5C85-37BD-7F05-CB5A71888935}"/>
                  </a:ext>
                </a:extLst>
              </p:cNvPr>
              <p:cNvSpPr txBox="1"/>
              <p:nvPr/>
            </p:nvSpPr>
            <p:spPr>
              <a:xfrm>
                <a:off x="4138436" y="6108237"/>
                <a:ext cx="500594" cy="21560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12 PM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9309E67B-FE96-EEF5-265F-BDF166AA3E29}"/>
                  </a:ext>
                </a:extLst>
              </p:cNvPr>
              <p:cNvSpPr txBox="1"/>
              <p:nvPr/>
            </p:nvSpPr>
            <p:spPr>
              <a:xfrm>
                <a:off x="4593127" y="6108237"/>
                <a:ext cx="430062" cy="21560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</p:grpSp>
        <p:grpSp>
          <p:nvGrpSpPr>
            <p:cNvPr id="341" name="Group 340">
              <a:extLst>
                <a:ext uri="{FF2B5EF4-FFF2-40B4-BE49-F238E27FC236}">
                  <a16:creationId xmlns:a16="http://schemas.microsoft.com/office/drawing/2014/main" id="{088A355B-FB9C-A898-2BF7-EA1761BB9BC4}"/>
                </a:ext>
              </a:extLst>
            </p:cNvPr>
            <p:cNvGrpSpPr/>
            <p:nvPr/>
          </p:nvGrpSpPr>
          <p:grpSpPr>
            <a:xfrm>
              <a:off x="4906770" y="3225444"/>
              <a:ext cx="6130928" cy="3326702"/>
              <a:chOff x="4934022" y="3086117"/>
              <a:chExt cx="6130928" cy="3326702"/>
            </a:xfrm>
          </p:grpSpPr>
          <p:grpSp>
            <p:nvGrpSpPr>
              <p:cNvPr id="1208" name="Graphic 1095">
                <a:extLst>
                  <a:ext uri="{FF2B5EF4-FFF2-40B4-BE49-F238E27FC236}">
                    <a16:creationId xmlns:a16="http://schemas.microsoft.com/office/drawing/2014/main" id="{04606350-5D70-44B3-920B-A2A932559DEA}"/>
                  </a:ext>
                </a:extLst>
              </p:cNvPr>
              <p:cNvGrpSpPr/>
              <p:nvPr/>
            </p:nvGrpSpPr>
            <p:grpSpPr>
              <a:xfrm>
                <a:off x="4970818" y="3086117"/>
                <a:ext cx="3898424" cy="3326702"/>
                <a:chOff x="4952299" y="2097339"/>
                <a:chExt cx="4224576" cy="2585201"/>
              </a:xfrm>
            </p:grpSpPr>
            <p:sp>
              <p:nvSpPr>
                <p:cNvPr id="1209" name="TextBox 1208">
                  <a:extLst>
                    <a:ext uri="{FF2B5EF4-FFF2-40B4-BE49-F238E27FC236}">
                      <a16:creationId xmlns:a16="http://schemas.microsoft.com/office/drawing/2014/main" id="{41A81FE3-2576-7DBD-4CE8-F4E842174F21}"/>
                    </a:ext>
                  </a:extLst>
                </p:cNvPr>
                <p:cNvSpPr txBox="1"/>
                <p:nvPr/>
              </p:nvSpPr>
              <p:spPr>
                <a:xfrm>
                  <a:off x="4952299" y="4491199"/>
                  <a:ext cx="523218" cy="1913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000" spc="0" baseline="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6 AM</a:t>
                  </a:r>
                </a:p>
              </p:txBody>
            </p:sp>
            <p:sp>
              <p:nvSpPr>
                <p:cNvPr id="1210" name="TextBox 1209">
                  <a:extLst>
                    <a:ext uri="{FF2B5EF4-FFF2-40B4-BE49-F238E27FC236}">
                      <a16:creationId xmlns:a16="http://schemas.microsoft.com/office/drawing/2014/main" id="{B8AAFF47-AE25-84BA-8F35-523E3FF9FC2B}"/>
                    </a:ext>
                  </a:extLst>
                </p:cNvPr>
                <p:cNvSpPr txBox="1"/>
                <p:nvPr/>
              </p:nvSpPr>
              <p:spPr>
                <a:xfrm>
                  <a:off x="5499955" y="4491200"/>
                  <a:ext cx="523218" cy="19134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000" spc="0" baseline="0" dirty="0">
                      <a:ln/>
                      <a:solidFill>
                        <a:srgbClr val="4D4D4D"/>
                      </a:solidFill>
                      <a:latin typeface="Arial"/>
                      <a:cs typeface="Arial"/>
                      <a:sym typeface="Arial"/>
                      <a:rtl val="0"/>
                    </a:rPr>
                    <a:t>6 PM</a:t>
                  </a:r>
                </a:p>
              </p:txBody>
            </p:sp>
            <p:sp>
              <p:nvSpPr>
                <p:cNvPr id="1239" name="TextBox 1238">
                  <a:extLst>
                    <a:ext uri="{FF2B5EF4-FFF2-40B4-BE49-F238E27FC236}">
                      <a16:creationId xmlns:a16="http://schemas.microsoft.com/office/drawing/2014/main" id="{DD4B96FE-6646-4ACB-051C-0963EF106778}"/>
                    </a:ext>
                  </a:extLst>
                </p:cNvPr>
                <p:cNvSpPr txBox="1"/>
                <p:nvPr/>
              </p:nvSpPr>
              <p:spPr>
                <a:xfrm>
                  <a:off x="7270913" y="2097339"/>
                  <a:ext cx="1905962" cy="2152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en-US" sz="1200" b="1" spc="0" baseline="0" dirty="0">
                      <a:ln/>
                      <a:solidFill>
                        <a:srgbClr val="333333"/>
                      </a:solidFill>
                      <a:latin typeface="Arial"/>
                      <a:cs typeface="Arial"/>
                      <a:sym typeface="Arial"/>
                      <a:rtl val="0"/>
                    </a:rPr>
                    <a:t>Month-hour averaged</a:t>
                  </a:r>
                </a:p>
              </p:txBody>
            </p:sp>
          </p:grpSp>
          <p:grpSp>
            <p:nvGrpSpPr>
              <p:cNvPr id="330" name="Group 329">
                <a:extLst>
                  <a:ext uri="{FF2B5EF4-FFF2-40B4-BE49-F238E27FC236}">
                    <a16:creationId xmlns:a16="http://schemas.microsoft.com/office/drawing/2014/main" id="{065AAAD3-08D6-96A4-7BBF-3DAA39381B0A}"/>
                  </a:ext>
                </a:extLst>
              </p:cNvPr>
              <p:cNvGrpSpPr/>
              <p:nvPr/>
            </p:nvGrpSpPr>
            <p:grpSpPr>
              <a:xfrm>
                <a:off x="4934022" y="3564922"/>
                <a:ext cx="6130928" cy="1118985"/>
                <a:chOff x="4934022" y="3564922"/>
                <a:chExt cx="6130928" cy="1165408"/>
              </a:xfrm>
            </p:grpSpPr>
            <p:grpSp>
              <p:nvGrpSpPr>
                <p:cNvPr id="145" name="Graphic 205">
                  <a:extLst>
                    <a:ext uri="{FF2B5EF4-FFF2-40B4-BE49-F238E27FC236}">
                      <a16:creationId xmlns:a16="http://schemas.microsoft.com/office/drawing/2014/main" id="{FC10EA98-4BBD-FCD5-7327-335F2E99A49E}"/>
                    </a:ext>
                  </a:extLst>
                </p:cNvPr>
                <p:cNvGrpSpPr/>
                <p:nvPr/>
              </p:nvGrpSpPr>
              <p:grpSpPr>
                <a:xfrm>
                  <a:off x="4934022" y="3564922"/>
                  <a:ext cx="999080" cy="1165408"/>
                  <a:chOff x="1700958" y="1131147"/>
                  <a:chExt cx="1204482" cy="1202203"/>
                </a:xfrm>
                <a:noFill/>
              </p:grpSpPr>
              <p:sp>
                <p:nvSpPr>
                  <p:cNvPr id="320" name="Freeform 319">
                    <a:extLst>
                      <a:ext uri="{FF2B5EF4-FFF2-40B4-BE49-F238E27FC236}">
                        <a16:creationId xmlns:a16="http://schemas.microsoft.com/office/drawing/2014/main" id="{9AF6C121-8633-75DB-1D74-B65C72699F9E}"/>
                      </a:ext>
                    </a:extLst>
                  </p:cNvPr>
                  <p:cNvSpPr/>
                  <p:nvPr/>
                </p:nvSpPr>
                <p:spPr>
                  <a:xfrm>
                    <a:off x="1700958" y="2327353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1" name="Freeform 320">
                    <a:extLst>
                      <a:ext uri="{FF2B5EF4-FFF2-40B4-BE49-F238E27FC236}">
                        <a16:creationId xmlns:a16="http://schemas.microsoft.com/office/drawing/2014/main" id="{7E6CEA67-66D1-164B-2F2B-8FE77F6EA3BD}"/>
                      </a:ext>
                    </a:extLst>
                  </p:cNvPr>
                  <p:cNvSpPr/>
                  <p:nvPr/>
                </p:nvSpPr>
                <p:spPr>
                  <a:xfrm>
                    <a:off x="1700958" y="2028332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2" name="Freeform 321">
                    <a:extLst>
                      <a:ext uri="{FF2B5EF4-FFF2-40B4-BE49-F238E27FC236}">
                        <a16:creationId xmlns:a16="http://schemas.microsoft.com/office/drawing/2014/main" id="{D3B14419-AE54-7412-CB31-3EDAC8F587BE}"/>
                      </a:ext>
                    </a:extLst>
                  </p:cNvPr>
                  <p:cNvSpPr/>
                  <p:nvPr/>
                </p:nvSpPr>
                <p:spPr>
                  <a:xfrm>
                    <a:off x="1700958" y="1729250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3" name="Freeform 322">
                    <a:extLst>
                      <a:ext uri="{FF2B5EF4-FFF2-40B4-BE49-F238E27FC236}">
                        <a16:creationId xmlns:a16="http://schemas.microsoft.com/office/drawing/2014/main" id="{D8AC5B9A-3BD7-5C2A-416B-CB73EBF9AEBB}"/>
                      </a:ext>
                    </a:extLst>
                  </p:cNvPr>
                  <p:cNvSpPr/>
                  <p:nvPr/>
                </p:nvSpPr>
                <p:spPr>
                  <a:xfrm>
                    <a:off x="1700958" y="1430229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4" name="Freeform 323">
                    <a:extLst>
                      <a:ext uri="{FF2B5EF4-FFF2-40B4-BE49-F238E27FC236}">
                        <a16:creationId xmlns:a16="http://schemas.microsoft.com/office/drawing/2014/main" id="{8FA1320F-7652-FE40-37F0-B441DDE091B1}"/>
                      </a:ext>
                    </a:extLst>
                  </p:cNvPr>
                  <p:cNvSpPr/>
                  <p:nvPr/>
                </p:nvSpPr>
                <p:spPr>
                  <a:xfrm>
                    <a:off x="1700958" y="1131147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5" name="Freeform 324">
                    <a:extLst>
                      <a:ext uri="{FF2B5EF4-FFF2-40B4-BE49-F238E27FC236}">
                        <a16:creationId xmlns:a16="http://schemas.microsoft.com/office/drawing/2014/main" id="{D01C87CC-FB22-3332-95F9-2F4148BC4ED9}"/>
                      </a:ext>
                    </a:extLst>
                  </p:cNvPr>
                  <p:cNvSpPr/>
                  <p:nvPr/>
                </p:nvSpPr>
                <p:spPr>
                  <a:xfrm>
                    <a:off x="1700958" y="1288454"/>
                    <a:ext cx="1204482" cy="505985"/>
                  </a:xfrm>
                  <a:custGeom>
                    <a:avLst/>
                    <a:gdLst>
                      <a:gd name="connsiteX0" fmla="*/ 0 w 1204482"/>
                      <a:gd name="connsiteY0" fmla="*/ 9596 h 505985"/>
                      <a:gd name="connsiteX1" fmla="*/ 52356 w 1204482"/>
                      <a:gd name="connsiteY1" fmla="*/ 0 h 505985"/>
                      <a:gd name="connsiteX2" fmla="*/ 104712 w 1204482"/>
                      <a:gd name="connsiteY2" fmla="*/ 1199 h 505985"/>
                      <a:gd name="connsiteX3" fmla="*/ 157127 w 1204482"/>
                      <a:gd name="connsiteY3" fmla="*/ 900 h 505985"/>
                      <a:gd name="connsiteX4" fmla="*/ 209483 w 1204482"/>
                      <a:gd name="connsiteY4" fmla="*/ 4498 h 505985"/>
                      <a:gd name="connsiteX5" fmla="*/ 261839 w 1204482"/>
                      <a:gd name="connsiteY5" fmla="*/ 27527 h 505985"/>
                      <a:gd name="connsiteX6" fmla="*/ 314195 w 1204482"/>
                      <a:gd name="connsiteY6" fmla="*/ 84921 h 505985"/>
                      <a:gd name="connsiteX7" fmla="*/ 366610 w 1204482"/>
                      <a:gd name="connsiteY7" fmla="*/ 278451 h 505985"/>
                      <a:gd name="connsiteX8" fmla="*/ 418966 w 1204482"/>
                      <a:gd name="connsiteY8" fmla="*/ 461126 h 505985"/>
                      <a:gd name="connsiteX9" fmla="*/ 471322 w 1204482"/>
                      <a:gd name="connsiteY9" fmla="*/ 493751 h 505985"/>
                      <a:gd name="connsiteX10" fmla="*/ 523677 w 1204482"/>
                      <a:gd name="connsiteY10" fmla="*/ 504186 h 505985"/>
                      <a:gd name="connsiteX11" fmla="*/ 576033 w 1204482"/>
                      <a:gd name="connsiteY11" fmla="*/ 494651 h 505985"/>
                      <a:gd name="connsiteX12" fmla="*/ 628449 w 1204482"/>
                      <a:gd name="connsiteY12" fmla="*/ 498549 h 505985"/>
                      <a:gd name="connsiteX13" fmla="*/ 680805 w 1204482"/>
                      <a:gd name="connsiteY13" fmla="*/ 505986 h 505985"/>
                      <a:gd name="connsiteX14" fmla="*/ 733160 w 1204482"/>
                      <a:gd name="connsiteY14" fmla="*/ 482656 h 505985"/>
                      <a:gd name="connsiteX15" fmla="*/ 785516 w 1204482"/>
                      <a:gd name="connsiteY15" fmla="*/ 312215 h 505985"/>
                      <a:gd name="connsiteX16" fmla="*/ 837932 w 1204482"/>
                      <a:gd name="connsiteY16" fmla="*/ 126781 h 505985"/>
                      <a:gd name="connsiteX17" fmla="*/ 890288 w 1204482"/>
                      <a:gd name="connsiteY17" fmla="*/ 170201 h 505985"/>
                      <a:gd name="connsiteX18" fmla="*/ 942643 w 1204482"/>
                      <a:gd name="connsiteY18" fmla="*/ 180636 h 505985"/>
                      <a:gd name="connsiteX19" fmla="*/ 994999 w 1204482"/>
                      <a:gd name="connsiteY19" fmla="*/ 171041 h 505985"/>
                      <a:gd name="connsiteX20" fmla="*/ 1047415 w 1204482"/>
                      <a:gd name="connsiteY20" fmla="*/ 153409 h 505985"/>
                      <a:gd name="connsiteX21" fmla="*/ 1099771 w 1204482"/>
                      <a:gd name="connsiteY21" fmla="*/ 137276 h 505985"/>
                      <a:gd name="connsiteX22" fmla="*/ 1152126 w 1204482"/>
                      <a:gd name="connsiteY22" fmla="*/ 91218 h 505985"/>
                      <a:gd name="connsiteX23" fmla="*/ 1204482 w 1204482"/>
                      <a:gd name="connsiteY23" fmla="*/ 33225 h 5059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482" h="505985">
                        <a:moveTo>
                          <a:pt x="0" y="9596"/>
                        </a:moveTo>
                        <a:lnTo>
                          <a:pt x="52356" y="0"/>
                        </a:lnTo>
                        <a:lnTo>
                          <a:pt x="104712" y="1199"/>
                        </a:lnTo>
                        <a:lnTo>
                          <a:pt x="157127" y="900"/>
                        </a:lnTo>
                        <a:lnTo>
                          <a:pt x="209483" y="4498"/>
                        </a:lnTo>
                        <a:lnTo>
                          <a:pt x="261839" y="27527"/>
                        </a:lnTo>
                        <a:lnTo>
                          <a:pt x="314195" y="84921"/>
                        </a:lnTo>
                        <a:lnTo>
                          <a:pt x="366610" y="278451"/>
                        </a:lnTo>
                        <a:lnTo>
                          <a:pt x="418966" y="461126"/>
                        </a:lnTo>
                        <a:lnTo>
                          <a:pt x="471322" y="493751"/>
                        </a:lnTo>
                        <a:lnTo>
                          <a:pt x="523677" y="504186"/>
                        </a:lnTo>
                        <a:lnTo>
                          <a:pt x="576033" y="494651"/>
                        </a:lnTo>
                        <a:lnTo>
                          <a:pt x="628449" y="498549"/>
                        </a:lnTo>
                        <a:lnTo>
                          <a:pt x="680805" y="505986"/>
                        </a:lnTo>
                        <a:lnTo>
                          <a:pt x="733160" y="482656"/>
                        </a:lnTo>
                        <a:lnTo>
                          <a:pt x="785516" y="312215"/>
                        </a:lnTo>
                        <a:lnTo>
                          <a:pt x="837932" y="126781"/>
                        </a:lnTo>
                        <a:lnTo>
                          <a:pt x="890288" y="170201"/>
                        </a:lnTo>
                        <a:lnTo>
                          <a:pt x="942643" y="180636"/>
                        </a:lnTo>
                        <a:lnTo>
                          <a:pt x="994999" y="171041"/>
                        </a:lnTo>
                        <a:lnTo>
                          <a:pt x="1047415" y="153409"/>
                        </a:lnTo>
                        <a:lnTo>
                          <a:pt x="1099771" y="137276"/>
                        </a:lnTo>
                        <a:lnTo>
                          <a:pt x="1152126" y="91218"/>
                        </a:lnTo>
                        <a:lnTo>
                          <a:pt x="1204482" y="33225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27" name="Freeform 326">
                    <a:extLst>
                      <a:ext uri="{FF2B5EF4-FFF2-40B4-BE49-F238E27FC236}">
                        <a16:creationId xmlns:a16="http://schemas.microsoft.com/office/drawing/2014/main" id="{4281A53C-F865-028C-65BA-5460233FD687}"/>
                      </a:ext>
                    </a:extLst>
                  </p:cNvPr>
                  <p:cNvSpPr/>
                  <p:nvPr/>
                </p:nvSpPr>
                <p:spPr>
                  <a:xfrm>
                    <a:off x="1700958" y="2095561"/>
                    <a:ext cx="1204482" cy="189632"/>
                  </a:xfrm>
                  <a:custGeom>
                    <a:avLst/>
                    <a:gdLst>
                      <a:gd name="connsiteX0" fmla="*/ 0 w 1204482"/>
                      <a:gd name="connsiteY0" fmla="*/ 29926 h 189632"/>
                      <a:gd name="connsiteX1" fmla="*/ 52356 w 1204482"/>
                      <a:gd name="connsiteY1" fmla="*/ 15893 h 189632"/>
                      <a:gd name="connsiteX2" fmla="*/ 104712 w 1204482"/>
                      <a:gd name="connsiteY2" fmla="*/ 6297 h 189632"/>
                      <a:gd name="connsiteX3" fmla="*/ 157127 w 1204482"/>
                      <a:gd name="connsiteY3" fmla="*/ 1199 h 189632"/>
                      <a:gd name="connsiteX4" fmla="*/ 209483 w 1204482"/>
                      <a:gd name="connsiteY4" fmla="*/ 0 h 189632"/>
                      <a:gd name="connsiteX5" fmla="*/ 261839 w 1204482"/>
                      <a:gd name="connsiteY5" fmla="*/ 6897 h 189632"/>
                      <a:gd name="connsiteX6" fmla="*/ 314195 w 1204482"/>
                      <a:gd name="connsiteY6" fmla="*/ 30226 h 189632"/>
                      <a:gd name="connsiteX7" fmla="*/ 366610 w 1204482"/>
                      <a:gd name="connsiteY7" fmla="*/ 154608 h 189632"/>
                      <a:gd name="connsiteX8" fmla="*/ 418966 w 1204482"/>
                      <a:gd name="connsiteY8" fmla="*/ 183035 h 189632"/>
                      <a:gd name="connsiteX9" fmla="*/ 471322 w 1204482"/>
                      <a:gd name="connsiteY9" fmla="*/ 187833 h 189632"/>
                      <a:gd name="connsiteX10" fmla="*/ 523677 w 1204482"/>
                      <a:gd name="connsiteY10" fmla="*/ 189632 h 189632"/>
                      <a:gd name="connsiteX11" fmla="*/ 576033 w 1204482"/>
                      <a:gd name="connsiteY11" fmla="*/ 189032 h 189632"/>
                      <a:gd name="connsiteX12" fmla="*/ 628449 w 1204482"/>
                      <a:gd name="connsiteY12" fmla="*/ 188433 h 189632"/>
                      <a:gd name="connsiteX13" fmla="*/ 680805 w 1204482"/>
                      <a:gd name="connsiteY13" fmla="*/ 189332 h 189632"/>
                      <a:gd name="connsiteX14" fmla="*/ 733160 w 1204482"/>
                      <a:gd name="connsiteY14" fmla="*/ 187833 h 189632"/>
                      <a:gd name="connsiteX15" fmla="*/ 785516 w 1204482"/>
                      <a:gd name="connsiteY15" fmla="*/ 116646 h 189632"/>
                      <a:gd name="connsiteX16" fmla="*/ 837932 w 1204482"/>
                      <a:gd name="connsiteY16" fmla="*/ 62851 h 189632"/>
                      <a:gd name="connsiteX17" fmla="*/ 890288 w 1204482"/>
                      <a:gd name="connsiteY17" fmla="*/ 76285 h 189632"/>
                      <a:gd name="connsiteX18" fmla="*/ 942643 w 1204482"/>
                      <a:gd name="connsiteY18" fmla="*/ 84081 h 189632"/>
                      <a:gd name="connsiteX19" fmla="*/ 994999 w 1204482"/>
                      <a:gd name="connsiteY19" fmla="*/ 85281 h 189632"/>
                      <a:gd name="connsiteX20" fmla="*/ 1047415 w 1204482"/>
                      <a:gd name="connsiteY20" fmla="*/ 77184 h 189632"/>
                      <a:gd name="connsiteX21" fmla="*/ 1099771 w 1204482"/>
                      <a:gd name="connsiteY21" fmla="*/ 68788 h 189632"/>
                      <a:gd name="connsiteX22" fmla="*/ 1152126 w 1204482"/>
                      <a:gd name="connsiteY22" fmla="*/ 58353 h 189632"/>
                      <a:gd name="connsiteX23" fmla="*/ 1204482 w 1204482"/>
                      <a:gd name="connsiteY23" fmla="*/ 40421 h 189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482" h="189632">
                        <a:moveTo>
                          <a:pt x="0" y="29926"/>
                        </a:moveTo>
                        <a:lnTo>
                          <a:pt x="52356" y="15893"/>
                        </a:lnTo>
                        <a:lnTo>
                          <a:pt x="104712" y="6297"/>
                        </a:lnTo>
                        <a:lnTo>
                          <a:pt x="157127" y="1199"/>
                        </a:lnTo>
                        <a:lnTo>
                          <a:pt x="209483" y="0"/>
                        </a:lnTo>
                        <a:lnTo>
                          <a:pt x="261839" y="6897"/>
                        </a:lnTo>
                        <a:lnTo>
                          <a:pt x="314195" y="30226"/>
                        </a:lnTo>
                        <a:lnTo>
                          <a:pt x="366610" y="154608"/>
                        </a:lnTo>
                        <a:lnTo>
                          <a:pt x="418966" y="183035"/>
                        </a:lnTo>
                        <a:lnTo>
                          <a:pt x="471322" y="187833"/>
                        </a:lnTo>
                        <a:lnTo>
                          <a:pt x="523677" y="189632"/>
                        </a:lnTo>
                        <a:lnTo>
                          <a:pt x="576033" y="189032"/>
                        </a:lnTo>
                        <a:lnTo>
                          <a:pt x="628449" y="188433"/>
                        </a:lnTo>
                        <a:lnTo>
                          <a:pt x="680805" y="189332"/>
                        </a:lnTo>
                        <a:lnTo>
                          <a:pt x="733160" y="187833"/>
                        </a:lnTo>
                        <a:lnTo>
                          <a:pt x="785516" y="116646"/>
                        </a:lnTo>
                        <a:lnTo>
                          <a:pt x="837932" y="62851"/>
                        </a:lnTo>
                        <a:lnTo>
                          <a:pt x="890288" y="76285"/>
                        </a:lnTo>
                        <a:lnTo>
                          <a:pt x="942643" y="84081"/>
                        </a:lnTo>
                        <a:lnTo>
                          <a:pt x="994999" y="85281"/>
                        </a:lnTo>
                        <a:lnTo>
                          <a:pt x="1047415" y="77184"/>
                        </a:lnTo>
                        <a:lnTo>
                          <a:pt x="1099771" y="68788"/>
                        </a:lnTo>
                        <a:lnTo>
                          <a:pt x="1152126" y="58353"/>
                        </a:lnTo>
                        <a:lnTo>
                          <a:pt x="1204482" y="40421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>
                        <a:alpha val="40000"/>
                      </a:srgb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7" name="Graphic 205">
                  <a:extLst>
                    <a:ext uri="{FF2B5EF4-FFF2-40B4-BE49-F238E27FC236}">
                      <a16:creationId xmlns:a16="http://schemas.microsoft.com/office/drawing/2014/main" id="{752E210C-608A-2269-FC71-DFAC0206C3B5}"/>
                    </a:ext>
                  </a:extLst>
                </p:cNvPr>
                <p:cNvGrpSpPr/>
                <p:nvPr/>
              </p:nvGrpSpPr>
              <p:grpSpPr>
                <a:xfrm>
                  <a:off x="5960362" y="3564922"/>
                  <a:ext cx="999129" cy="1165408"/>
                  <a:chOff x="2938305" y="1131147"/>
                  <a:chExt cx="1204542" cy="1202203"/>
                </a:xfrm>
                <a:noFill/>
              </p:grpSpPr>
              <p:sp>
                <p:nvSpPr>
                  <p:cNvPr id="302" name="Freeform 301">
                    <a:extLst>
                      <a:ext uri="{FF2B5EF4-FFF2-40B4-BE49-F238E27FC236}">
                        <a16:creationId xmlns:a16="http://schemas.microsoft.com/office/drawing/2014/main" id="{A91A5B32-CBB4-384D-693F-E34C288DBAA1}"/>
                      </a:ext>
                    </a:extLst>
                  </p:cNvPr>
                  <p:cNvSpPr/>
                  <p:nvPr/>
                </p:nvSpPr>
                <p:spPr>
                  <a:xfrm>
                    <a:off x="2938305" y="2327353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3" name="Freeform 302">
                    <a:extLst>
                      <a:ext uri="{FF2B5EF4-FFF2-40B4-BE49-F238E27FC236}">
                        <a16:creationId xmlns:a16="http://schemas.microsoft.com/office/drawing/2014/main" id="{A6825310-D9BD-4E09-DC0C-7222B07FFB69}"/>
                      </a:ext>
                    </a:extLst>
                  </p:cNvPr>
                  <p:cNvSpPr/>
                  <p:nvPr/>
                </p:nvSpPr>
                <p:spPr>
                  <a:xfrm>
                    <a:off x="2938305" y="2028332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4" name="Freeform 303">
                    <a:extLst>
                      <a:ext uri="{FF2B5EF4-FFF2-40B4-BE49-F238E27FC236}">
                        <a16:creationId xmlns:a16="http://schemas.microsoft.com/office/drawing/2014/main" id="{65B39A33-E0B0-D118-0717-722787F6DA57}"/>
                      </a:ext>
                    </a:extLst>
                  </p:cNvPr>
                  <p:cNvSpPr/>
                  <p:nvPr/>
                </p:nvSpPr>
                <p:spPr>
                  <a:xfrm>
                    <a:off x="2938305" y="1729250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5" name="Freeform 304">
                    <a:extLst>
                      <a:ext uri="{FF2B5EF4-FFF2-40B4-BE49-F238E27FC236}">
                        <a16:creationId xmlns:a16="http://schemas.microsoft.com/office/drawing/2014/main" id="{2829DBC7-F511-16B0-7BBB-1E14EAAFF2A1}"/>
                      </a:ext>
                    </a:extLst>
                  </p:cNvPr>
                  <p:cNvSpPr/>
                  <p:nvPr/>
                </p:nvSpPr>
                <p:spPr>
                  <a:xfrm>
                    <a:off x="2938305" y="1430229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6" name="Freeform 305">
                    <a:extLst>
                      <a:ext uri="{FF2B5EF4-FFF2-40B4-BE49-F238E27FC236}">
                        <a16:creationId xmlns:a16="http://schemas.microsoft.com/office/drawing/2014/main" id="{75E44613-4178-710F-C30B-B334DC2AC4A9}"/>
                      </a:ext>
                    </a:extLst>
                  </p:cNvPr>
                  <p:cNvSpPr/>
                  <p:nvPr/>
                </p:nvSpPr>
                <p:spPr>
                  <a:xfrm>
                    <a:off x="2938305" y="1131147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7" name="Freeform 306">
                    <a:extLst>
                      <a:ext uri="{FF2B5EF4-FFF2-40B4-BE49-F238E27FC236}">
                        <a16:creationId xmlns:a16="http://schemas.microsoft.com/office/drawing/2014/main" id="{AA731A48-5CDF-5BD9-175E-4E8F9E091A10}"/>
                      </a:ext>
                    </a:extLst>
                  </p:cNvPr>
                  <p:cNvSpPr/>
                  <p:nvPr/>
                </p:nvSpPr>
                <p:spPr>
                  <a:xfrm>
                    <a:off x="2938305" y="1402102"/>
                    <a:ext cx="1204542" cy="573574"/>
                  </a:xfrm>
                  <a:custGeom>
                    <a:avLst/>
                    <a:gdLst>
                      <a:gd name="connsiteX0" fmla="*/ 0 w 1204542"/>
                      <a:gd name="connsiteY0" fmla="*/ 29926 h 573574"/>
                      <a:gd name="connsiteX1" fmla="*/ 52416 w 1204542"/>
                      <a:gd name="connsiteY1" fmla="*/ 8996 h 573574"/>
                      <a:gd name="connsiteX2" fmla="*/ 104772 w 1204542"/>
                      <a:gd name="connsiteY2" fmla="*/ 3298 h 573574"/>
                      <a:gd name="connsiteX3" fmla="*/ 157127 w 1204542"/>
                      <a:gd name="connsiteY3" fmla="*/ 0 h 573574"/>
                      <a:gd name="connsiteX4" fmla="*/ 209483 w 1204542"/>
                      <a:gd name="connsiteY4" fmla="*/ 7197 h 573574"/>
                      <a:gd name="connsiteX5" fmla="*/ 261899 w 1204542"/>
                      <a:gd name="connsiteY5" fmla="*/ 41561 h 573574"/>
                      <a:gd name="connsiteX6" fmla="*/ 314255 w 1204542"/>
                      <a:gd name="connsiteY6" fmla="*/ 129480 h 573574"/>
                      <a:gd name="connsiteX7" fmla="*/ 366610 w 1204542"/>
                      <a:gd name="connsiteY7" fmla="*/ 430001 h 573574"/>
                      <a:gd name="connsiteX8" fmla="*/ 418966 w 1204542"/>
                      <a:gd name="connsiteY8" fmla="*/ 538011 h 573574"/>
                      <a:gd name="connsiteX9" fmla="*/ 471322 w 1204542"/>
                      <a:gd name="connsiteY9" fmla="*/ 568777 h 573574"/>
                      <a:gd name="connsiteX10" fmla="*/ 523737 w 1204542"/>
                      <a:gd name="connsiteY10" fmla="*/ 573574 h 573574"/>
                      <a:gd name="connsiteX11" fmla="*/ 576093 w 1204542"/>
                      <a:gd name="connsiteY11" fmla="*/ 567577 h 573574"/>
                      <a:gd name="connsiteX12" fmla="*/ 628449 w 1204542"/>
                      <a:gd name="connsiteY12" fmla="*/ 561340 h 573574"/>
                      <a:gd name="connsiteX13" fmla="*/ 680805 w 1204542"/>
                      <a:gd name="connsiteY13" fmla="*/ 571475 h 573574"/>
                      <a:gd name="connsiteX14" fmla="*/ 733220 w 1204542"/>
                      <a:gd name="connsiteY14" fmla="*/ 555643 h 573574"/>
                      <a:gd name="connsiteX15" fmla="*/ 785576 w 1204542"/>
                      <a:gd name="connsiteY15" fmla="*/ 514682 h 573574"/>
                      <a:gd name="connsiteX16" fmla="*/ 837932 w 1204542"/>
                      <a:gd name="connsiteY16" fmla="*/ 186334 h 573574"/>
                      <a:gd name="connsiteX17" fmla="*/ 890288 w 1204542"/>
                      <a:gd name="connsiteY17" fmla="*/ 169841 h 573574"/>
                      <a:gd name="connsiteX18" fmla="*/ 942703 w 1204542"/>
                      <a:gd name="connsiteY18" fmla="*/ 204265 h 573574"/>
                      <a:gd name="connsiteX19" fmla="*/ 995059 w 1204542"/>
                      <a:gd name="connsiteY19" fmla="*/ 197369 h 573574"/>
                      <a:gd name="connsiteX20" fmla="*/ 1047415 w 1204542"/>
                      <a:gd name="connsiteY20" fmla="*/ 185734 h 573574"/>
                      <a:gd name="connsiteX21" fmla="*/ 1099771 w 1204542"/>
                      <a:gd name="connsiteY21" fmla="*/ 172540 h 573574"/>
                      <a:gd name="connsiteX22" fmla="*/ 1152186 w 1204542"/>
                      <a:gd name="connsiteY22" fmla="*/ 130679 h 573574"/>
                      <a:gd name="connsiteX23" fmla="*/ 1204542 w 1204542"/>
                      <a:gd name="connsiteY23" fmla="*/ 82522 h 57357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542" h="573574">
                        <a:moveTo>
                          <a:pt x="0" y="29926"/>
                        </a:moveTo>
                        <a:lnTo>
                          <a:pt x="52416" y="8996"/>
                        </a:lnTo>
                        <a:lnTo>
                          <a:pt x="104772" y="3298"/>
                        </a:lnTo>
                        <a:lnTo>
                          <a:pt x="157127" y="0"/>
                        </a:lnTo>
                        <a:lnTo>
                          <a:pt x="209483" y="7197"/>
                        </a:lnTo>
                        <a:lnTo>
                          <a:pt x="261899" y="41561"/>
                        </a:lnTo>
                        <a:lnTo>
                          <a:pt x="314255" y="129480"/>
                        </a:lnTo>
                        <a:lnTo>
                          <a:pt x="366610" y="430001"/>
                        </a:lnTo>
                        <a:lnTo>
                          <a:pt x="418966" y="538011"/>
                        </a:lnTo>
                        <a:lnTo>
                          <a:pt x="471322" y="568777"/>
                        </a:lnTo>
                        <a:lnTo>
                          <a:pt x="523737" y="573574"/>
                        </a:lnTo>
                        <a:lnTo>
                          <a:pt x="576093" y="567577"/>
                        </a:lnTo>
                        <a:lnTo>
                          <a:pt x="628449" y="561340"/>
                        </a:lnTo>
                        <a:lnTo>
                          <a:pt x="680805" y="571475"/>
                        </a:lnTo>
                        <a:lnTo>
                          <a:pt x="733220" y="555643"/>
                        </a:lnTo>
                        <a:lnTo>
                          <a:pt x="785576" y="514682"/>
                        </a:lnTo>
                        <a:lnTo>
                          <a:pt x="837932" y="186334"/>
                        </a:lnTo>
                        <a:lnTo>
                          <a:pt x="890288" y="169841"/>
                        </a:lnTo>
                        <a:lnTo>
                          <a:pt x="942703" y="204265"/>
                        </a:lnTo>
                        <a:lnTo>
                          <a:pt x="995059" y="197369"/>
                        </a:lnTo>
                        <a:lnTo>
                          <a:pt x="1047415" y="185734"/>
                        </a:lnTo>
                        <a:lnTo>
                          <a:pt x="1099771" y="172540"/>
                        </a:lnTo>
                        <a:lnTo>
                          <a:pt x="1152186" y="130679"/>
                        </a:lnTo>
                        <a:lnTo>
                          <a:pt x="1204542" y="82522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9" name="Freeform 308">
                    <a:extLst>
                      <a:ext uri="{FF2B5EF4-FFF2-40B4-BE49-F238E27FC236}">
                        <a16:creationId xmlns:a16="http://schemas.microsoft.com/office/drawing/2014/main" id="{79FCDFA4-7082-0C4E-2BD4-83F7702B6B09}"/>
                      </a:ext>
                    </a:extLst>
                  </p:cNvPr>
                  <p:cNvSpPr/>
                  <p:nvPr/>
                </p:nvSpPr>
                <p:spPr>
                  <a:xfrm>
                    <a:off x="2938305" y="2163149"/>
                    <a:ext cx="1204542" cy="148071"/>
                  </a:xfrm>
                  <a:custGeom>
                    <a:avLst/>
                    <a:gdLst>
                      <a:gd name="connsiteX0" fmla="*/ 0 w 1204542"/>
                      <a:gd name="connsiteY0" fmla="*/ 26328 h 148071"/>
                      <a:gd name="connsiteX1" fmla="*/ 52416 w 1204542"/>
                      <a:gd name="connsiteY1" fmla="*/ 15593 h 148071"/>
                      <a:gd name="connsiteX2" fmla="*/ 104772 w 1204542"/>
                      <a:gd name="connsiteY2" fmla="*/ 6897 h 148071"/>
                      <a:gd name="connsiteX3" fmla="*/ 157127 w 1204542"/>
                      <a:gd name="connsiteY3" fmla="*/ 2099 h 148071"/>
                      <a:gd name="connsiteX4" fmla="*/ 209483 w 1204542"/>
                      <a:gd name="connsiteY4" fmla="*/ 0 h 148071"/>
                      <a:gd name="connsiteX5" fmla="*/ 261899 w 1204542"/>
                      <a:gd name="connsiteY5" fmla="*/ 5997 h 148071"/>
                      <a:gd name="connsiteX6" fmla="*/ 314255 w 1204542"/>
                      <a:gd name="connsiteY6" fmla="*/ 30526 h 148071"/>
                      <a:gd name="connsiteX7" fmla="*/ 366610 w 1204542"/>
                      <a:gd name="connsiteY7" fmla="*/ 135477 h 148071"/>
                      <a:gd name="connsiteX8" fmla="*/ 418966 w 1204542"/>
                      <a:gd name="connsiteY8" fmla="*/ 145373 h 148071"/>
                      <a:gd name="connsiteX9" fmla="*/ 471322 w 1204542"/>
                      <a:gd name="connsiteY9" fmla="*/ 147172 h 148071"/>
                      <a:gd name="connsiteX10" fmla="*/ 523737 w 1204542"/>
                      <a:gd name="connsiteY10" fmla="*/ 147772 h 148071"/>
                      <a:gd name="connsiteX11" fmla="*/ 576093 w 1204542"/>
                      <a:gd name="connsiteY11" fmla="*/ 148072 h 148071"/>
                      <a:gd name="connsiteX12" fmla="*/ 628449 w 1204542"/>
                      <a:gd name="connsiteY12" fmla="*/ 148072 h 148071"/>
                      <a:gd name="connsiteX13" fmla="*/ 680805 w 1204542"/>
                      <a:gd name="connsiteY13" fmla="*/ 147172 h 148071"/>
                      <a:gd name="connsiteX14" fmla="*/ 733220 w 1204542"/>
                      <a:gd name="connsiteY14" fmla="*/ 145972 h 148071"/>
                      <a:gd name="connsiteX15" fmla="*/ 785576 w 1204542"/>
                      <a:gd name="connsiteY15" fmla="*/ 139675 h 148071"/>
                      <a:gd name="connsiteX16" fmla="*/ 837932 w 1204542"/>
                      <a:gd name="connsiteY16" fmla="*/ 62551 h 148071"/>
                      <a:gd name="connsiteX17" fmla="*/ 890288 w 1204542"/>
                      <a:gd name="connsiteY17" fmla="*/ 68488 h 148071"/>
                      <a:gd name="connsiteX18" fmla="*/ 942703 w 1204542"/>
                      <a:gd name="connsiteY18" fmla="*/ 73586 h 148071"/>
                      <a:gd name="connsiteX19" fmla="*/ 995059 w 1204542"/>
                      <a:gd name="connsiteY19" fmla="*/ 74485 h 148071"/>
                      <a:gd name="connsiteX20" fmla="*/ 1047415 w 1204542"/>
                      <a:gd name="connsiteY20" fmla="*/ 68788 h 148071"/>
                      <a:gd name="connsiteX21" fmla="*/ 1099771 w 1204542"/>
                      <a:gd name="connsiteY21" fmla="*/ 61951 h 148071"/>
                      <a:gd name="connsiteX22" fmla="*/ 1152186 w 1204542"/>
                      <a:gd name="connsiteY22" fmla="*/ 54155 h 148071"/>
                      <a:gd name="connsiteX23" fmla="*/ 1204542 w 1204542"/>
                      <a:gd name="connsiteY23" fmla="*/ 42760 h 1480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542" h="148071">
                        <a:moveTo>
                          <a:pt x="0" y="26328"/>
                        </a:moveTo>
                        <a:lnTo>
                          <a:pt x="52416" y="15593"/>
                        </a:lnTo>
                        <a:lnTo>
                          <a:pt x="104772" y="6897"/>
                        </a:lnTo>
                        <a:lnTo>
                          <a:pt x="157127" y="2099"/>
                        </a:lnTo>
                        <a:lnTo>
                          <a:pt x="209483" y="0"/>
                        </a:lnTo>
                        <a:lnTo>
                          <a:pt x="261899" y="5997"/>
                        </a:lnTo>
                        <a:lnTo>
                          <a:pt x="314255" y="30526"/>
                        </a:lnTo>
                        <a:lnTo>
                          <a:pt x="366610" y="135477"/>
                        </a:lnTo>
                        <a:lnTo>
                          <a:pt x="418966" y="145373"/>
                        </a:lnTo>
                        <a:lnTo>
                          <a:pt x="471322" y="147172"/>
                        </a:lnTo>
                        <a:lnTo>
                          <a:pt x="523737" y="147772"/>
                        </a:lnTo>
                        <a:lnTo>
                          <a:pt x="576093" y="148072"/>
                        </a:lnTo>
                        <a:lnTo>
                          <a:pt x="628449" y="148072"/>
                        </a:lnTo>
                        <a:lnTo>
                          <a:pt x="680805" y="147172"/>
                        </a:lnTo>
                        <a:lnTo>
                          <a:pt x="733220" y="145972"/>
                        </a:lnTo>
                        <a:lnTo>
                          <a:pt x="785576" y="139675"/>
                        </a:lnTo>
                        <a:lnTo>
                          <a:pt x="837932" y="62551"/>
                        </a:lnTo>
                        <a:lnTo>
                          <a:pt x="890288" y="68488"/>
                        </a:lnTo>
                        <a:lnTo>
                          <a:pt x="942703" y="73586"/>
                        </a:lnTo>
                        <a:lnTo>
                          <a:pt x="995059" y="74485"/>
                        </a:lnTo>
                        <a:lnTo>
                          <a:pt x="1047415" y="68788"/>
                        </a:lnTo>
                        <a:lnTo>
                          <a:pt x="1099771" y="61951"/>
                        </a:lnTo>
                        <a:lnTo>
                          <a:pt x="1152186" y="54155"/>
                        </a:lnTo>
                        <a:lnTo>
                          <a:pt x="1204542" y="42760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>
                        <a:alpha val="40000"/>
                      </a:srgb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3" name="Graphic 205">
                  <a:extLst>
                    <a:ext uri="{FF2B5EF4-FFF2-40B4-BE49-F238E27FC236}">
                      <a16:creationId xmlns:a16="http://schemas.microsoft.com/office/drawing/2014/main" id="{E82A4ADE-ECE8-8348-8FED-2A61E2754547}"/>
                    </a:ext>
                  </a:extLst>
                </p:cNvPr>
                <p:cNvGrpSpPr/>
                <p:nvPr/>
              </p:nvGrpSpPr>
              <p:grpSpPr>
                <a:xfrm>
                  <a:off x="6986752" y="3564922"/>
                  <a:ext cx="999080" cy="1165408"/>
                  <a:chOff x="4175712" y="1131147"/>
                  <a:chExt cx="1204482" cy="1202203"/>
                </a:xfrm>
                <a:noFill/>
              </p:grpSpPr>
              <p:sp>
                <p:nvSpPr>
                  <p:cNvPr id="234" name="Freeform 233">
                    <a:extLst>
                      <a:ext uri="{FF2B5EF4-FFF2-40B4-BE49-F238E27FC236}">
                        <a16:creationId xmlns:a16="http://schemas.microsoft.com/office/drawing/2014/main" id="{5687AAA1-8E4C-4B00-F39C-722C797C170B}"/>
                      </a:ext>
                    </a:extLst>
                  </p:cNvPr>
                  <p:cNvSpPr/>
                  <p:nvPr/>
                </p:nvSpPr>
                <p:spPr>
                  <a:xfrm>
                    <a:off x="4175712" y="2327353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5" name="Freeform 234">
                    <a:extLst>
                      <a:ext uri="{FF2B5EF4-FFF2-40B4-BE49-F238E27FC236}">
                        <a16:creationId xmlns:a16="http://schemas.microsoft.com/office/drawing/2014/main" id="{380228D5-B4E5-D130-97A8-AFD556D5DDF3}"/>
                      </a:ext>
                    </a:extLst>
                  </p:cNvPr>
                  <p:cNvSpPr/>
                  <p:nvPr/>
                </p:nvSpPr>
                <p:spPr>
                  <a:xfrm>
                    <a:off x="4175712" y="2028332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6" name="Freeform 235">
                    <a:extLst>
                      <a:ext uri="{FF2B5EF4-FFF2-40B4-BE49-F238E27FC236}">
                        <a16:creationId xmlns:a16="http://schemas.microsoft.com/office/drawing/2014/main" id="{5C2CCB17-F0E3-2AF5-B5B2-995F85C97B74}"/>
                      </a:ext>
                    </a:extLst>
                  </p:cNvPr>
                  <p:cNvSpPr/>
                  <p:nvPr/>
                </p:nvSpPr>
                <p:spPr>
                  <a:xfrm>
                    <a:off x="4175712" y="1729250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7" name="Freeform 236">
                    <a:extLst>
                      <a:ext uri="{FF2B5EF4-FFF2-40B4-BE49-F238E27FC236}">
                        <a16:creationId xmlns:a16="http://schemas.microsoft.com/office/drawing/2014/main" id="{0656726F-955A-17AC-477C-37E6644DB50B}"/>
                      </a:ext>
                    </a:extLst>
                  </p:cNvPr>
                  <p:cNvSpPr/>
                  <p:nvPr/>
                </p:nvSpPr>
                <p:spPr>
                  <a:xfrm>
                    <a:off x="4175712" y="1430229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8" name="Freeform 237">
                    <a:extLst>
                      <a:ext uri="{FF2B5EF4-FFF2-40B4-BE49-F238E27FC236}">
                        <a16:creationId xmlns:a16="http://schemas.microsoft.com/office/drawing/2014/main" id="{715983D9-161D-4E15-3C41-6473F6AB1061}"/>
                      </a:ext>
                    </a:extLst>
                  </p:cNvPr>
                  <p:cNvSpPr/>
                  <p:nvPr/>
                </p:nvSpPr>
                <p:spPr>
                  <a:xfrm>
                    <a:off x="4175712" y="1131147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9" name="Freeform 238">
                    <a:extLst>
                      <a:ext uri="{FF2B5EF4-FFF2-40B4-BE49-F238E27FC236}">
                        <a16:creationId xmlns:a16="http://schemas.microsoft.com/office/drawing/2014/main" id="{381B1E7E-68AF-2708-86FE-E9A4BE9235A7}"/>
                      </a:ext>
                    </a:extLst>
                  </p:cNvPr>
                  <p:cNvSpPr/>
                  <p:nvPr/>
                </p:nvSpPr>
                <p:spPr>
                  <a:xfrm>
                    <a:off x="4175712" y="1650926"/>
                    <a:ext cx="1204482" cy="505385"/>
                  </a:xfrm>
                  <a:custGeom>
                    <a:avLst/>
                    <a:gdLst>
                      <a:gd name="connsiteX0" fmla="*/ 0 w 1204482"/>
                      <a:gd name="connsiteY0" fmla="*/ 50497 h 505385"/>
                      <a:gd name="connsiteX1" fmla="*/ 52356 w 1204482"/>
                      <a:gd name="connsiteY1" fmla="*/ 20331 h 505385"/>
                      <a:gd name="connsiteX2" fmla="*/ 104711 w 1204482"/>
                      <a:gd name="connsiteY2" fmla="*/ 5937 h 505385"/>
                      <a:gd name="connsiteX3" fmla="*/ 157127 w 1204482"/>
                      <a:gd name="connsiteY3" fmla="*/ 0 h 505385"/>
                      <a:gd name="connsiteX4" fmla="*/ 209483 w 1204482"/>
                      <a:gd name="connsiteY4" fmla="*/ 7436 h 505385"/>
                      <a:gd name="connsiteX5" fmla="*/ 261839 w 1204482"/>
                      <a:gd name="connsiteY5" fmla="*/ 47858 h 505385"/>
                      <a:gd name="connsiteX6" fmla="*/ 314195 w 1204482"/>
                      <a:gd name="connsiteY6" fmla="*/ 206604 h 505385"/>
                      <a:gd name="connsiteX7" fmla="*/ 366550 w 1204482"/>
                      <a:gd name="connsiteY7" fmla="*/ 453930 h 505385"/>
                      <a:gd name="connsiteX8" fmla="*/ 418966 w 1204482"/>
                      <a:gd name="connsiteY8" fmla="*/ 489793 h 505385"/>
                      <a:gd name="connsiteX9" fmla="*/ 471322 w 1204482"/>
                      <a:gd name="connsiteY9" fmla="*/ 492792 h 505385"/>
                      <a:gd name="connsiteX10" fmla="*/ 523677 w 1204482"/>
                      <a:gd name="connsiteY10" fmla="*/ 501788 h 505385"/>
                      <a:gd name="connsiteX11" fmla="*/ 576033 w 1204482"/>
                      <a:gd name="connsiteY11" fmla="*/ 505386 h 505385"/>
                      <a:gd name="connsiteX12" fmla="*/ 628449 w 1204482"/>
                      <a:gd name="connsiteY12" fmla="*/ 499689 h 505385"/>
                      <a:gd name="connsiteX13" fmla="*/ 680805 w 1204482"/>
                      <a:gd name="connsiteY13" fmla="*/ 495790 h 505385"/>
                      <a:gd name="connsiteX14" fmla="*/ 733161 w 1204482"/>
                      <a:gd name="connsiteY14" fmla="*/ 491892 h 505385"/>
                      <a:gd name="connsiteX15" fmla="*/ 785516 w 1204482"/>
                      <a:gd name="connsiteY15" fmla="*/ 467064 h 505385"/>
                      <a:gd name="connsiteX16" fmla="*/ 837932 w 1204482"/>
                      <a:gd name="connsiteY16" fmla="*/ 186873 h 505385"/>
                      <a:gd name="connsiteX17" fmla="*/ 890288 w 1204482"/>
                      <a:gd name="connsiteY17" fmla="*/ 145013 h 505385"/>
                      <a:gd name="connsiteX18" fmla="*/ 942644 w 1204482"/>
                      <a:gd name="connsiteY18" fmla="*/ 161745 h 505385"/>
                      <a:gd name="connsiteX19" fmla="*/ 994999 w 1204482"/>
                      <a:gd name="connsiteY19" fmla="*/ 175539 h 505385"/>
                      <a:gd name="connsiteX20" fmla="*/ 1047415 w 1204482"/>
                      <a:gd name="connsiteY20" fmla="*/ 171341 h 505385"/>
                      <a:gd name="connsiteX21" fmla="*/ 1099771 w 1204482"/>
                      <a:gd name="connsiteY21" fmla="*/ 162645 h 505385"/>
                      <a:gd name="connsiteX22" fmla="*/ 1152127 w 1204482"/>
                      <a:gd name="connsiteY22" fmla="*/ 129480 h 505385"/>
                      <a:gd name="connsiteX23" fmla="*/ 1204482 w 1204482"/>
                      <a:gd name="connsiteY23" fmla="*/ 94156 h 5053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482" h="505385">
                        <a:moveTo>
                          <a:pt x="0" y="50497"/>
                        </a:moveTo>
                        <a:lnTo>
                          <a:pt x="52356" y="20331"/>
                        </a:lnTo>
                        <a:lnTo>
                          <a:pt x="104711" y="5937"/>
                        </a:lnTo>
                        <a:lnTo>
                          <a:pt x="157127" y="0"/>
                        </a:lnTo>
                        <a:lnTo>
                          <a:pt x="209483" y="7436"/>
                        </a:lnTo>
                        <a:lnTo>
                          <a:pt x="261839" y="47858"/>
                        </a:lnTo>
                        <a:lnTo>
                          <a:pt x="314195" y="206604"/>
                        </a:lnTo>
                        <a:lnTo>
                          <a:pt x="366550" y="453930"/>
                        </a:lnTo>
                        <a:lnTo>
                          <a:pt x="418966" y="489793"/>
                        </a:lnTo>
                        <a:lnTo>
                          <a:pt x="471322" y="492792"/>
                        </a:lnTo>
                        <a:lnTo>
                          <a:pt x="523677" y="501788"/>
                        </a:lnTo>
                        <a:lnTo>
                          <a:pt x="576033" y="505386"/>
                        </a:lnTo>
                        <a:lnTo>
                          <a:pt x="628449" y="499689"/>
                        </a:lnTo>
                        <a:lnTo>
                          <a:pt x="680805" y="495790"/>
                        </a:lnTo>
                        <a:lnTo>
                          <a:pt x="733161" y="491892"/>
                        </a:lnTo>
                        <a:lnTo>
                          <a:pt x="785516" y="467064"/>
                        </a:lnTo>
                        <a:lnTo>
                          <a:pt x="837932" y="186873"/>
                        </a:lnTo>
                        <a:lnTo>
                          <a:pt x="890288" y="145013"/>
                        </a:lnTo>
                        <a:lnTo>
                          <a:pt x="942644" y="161745"/>
                        </a:lnTo>
                        <a:lnTo>
                          <a:pt x="994999" y="175539"/>
                        </a:lnTo>
                        <a:lnTo>
                          <a:pt x="1047415" y="171341"/>
                        </a:lnTo>
                        <a:lnTo>
                          <a:pt x="1099771" y="162645"/>
                        </a:lnTo>
                        <a:lnTo>
                          <a:pt x="1152127" y="129480"/>
                        </a:lnTo>
                        <a:lnTo>
                          <a:pt x="1204482" y="94156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2" name="Freeform 241">
                    <a:extLst>
                      <a:ext uri="{FF2B5EF4-FFF2-40B4-BE49-F238E27FC236}">
                        <a16:creationId xmlns:a16="http://schemas.microsoft.com/office/drawing/2014/main" id="{023ED254-2B24-A229-7E48-C7FA12449C08}"/>
                      </a:ext>
                    </a:extLst>
                  </p:cNvPr>
                  <p:cNvSpPr/>
                  <p:nvPr/>
                </p:nvSpPr>
                <p:spPr>
                  <a:xfrm>
                    <a:off x="4175712" y="2260364"/>
                    <a:ext cx="1204482" cy="66989"/>
                  </a:xfrm>
                  <a:custGeom>
                    <a:avLst/>
                    <a:gdLst>
                      <a:gd name="connsiteX0" fmla="*/ 0 w 1204482"/>
                      <a:gd name="connsiteY0" fmla="*/ 11335 h 66989"/>
                      <a:gd name="connsiteX1" fmla="*/ 52356 w 1204482"/>
                      <a:gd name="connsiteY1" fmla="*/ 6597 h 66989"/>
                      <a:gd name="connsiteX2" fmla="*/ 104711 w 1204482"/>
                      <a:gd name="connsiteY2" fmla="*/ 2099 h 66989"/>
                      <a:gd name="connsiteX3" fmla="*/ 157127 w 1204482"/>
                      <a:gd name="connsiteY3" fmla="*/ 1199 h 66989"/>
                      <a:gd name="connsiteX4" fmla="*/ 209483 w 1204482"/>
                      <a:gd name="connsiteY4" fmla="*/ 0 h 66989"/>
                      <a:gd name="connsiteX5" fmla="*/ 261839 w 1204482"/>
                      <a:gd name="connsiteY5" fmla="*/ 4498 h 66989"/>
                      <a:gd name="connsiteX6" fmla="*/ 314195 w 1204482"/>
                      <a:gd name="connsiteY6" fmla="*/ 63990 h 66989"/>
                      <a:gd name="connsiteX7" fmla="*/ 366550 w 1204482"/>
                      <a:gd name="connsiteY7" fmla="*/ 66389 h 66989"/>
                      <a:gd name="connsiteX8" fmla="*/ 418966 w 1204482"/>
                      <a:gd name="connsiteY8" fmla="*/ 66389 h 66989"/>
                      <a:gd name="connsiteX9" fmla="*/ 471322 w 1204482"/>
                      <a:gd name="connsiteY9" fmla="*/ 66989 h 66989"/>
                      <a:gd name="connsiteX10" fmla="*/ 523677 w 1204482"/>
                      <a:gd name="connsiteY10" fmla="*/ 66989 h 66989"/>
                      <a:gd name="connsiteX11" fmla="*/ 576033 w 1204482"/>
                      <a:gd name="connsiteY11" fmla="*/ 66989 h 66989"/>
                      <a:gd name="connsiteX12" fmla="*/ 628449 w 1204482"/>
                      <a:gd name="connsiteY12" fmla="*/ 66989 h 66989"/>
                      <a:gd name="connsiteX13" fmla="*/ 680805 w 1204482"/>
                      <a:gd name="connsiteY13" fmla="*/ 66989 h 66989"/>
                      <a:gd name="connsiteX14" fmla="*/ 733161 w 1204482"/>
                      <a:gd name="connsiteY14" fmla="*/ 66689 h 66989"/>
                      <a:gd name="connsiteX15" fmla="*/ 785516 w 1204482"/>
                      <a:gd name="connsiteY15" fmla="*/ 64590 h 66989"/>
                      <a:gd name="connsiteX16" fmla="*/ 837932 w 1204482"/>
                      <a:gd name="connsiteY16" fmla="*/ 39762 h 66989"/>
                      <a:gd name="connsiteX17" fmla="*/ 890288 w 1204482"/>
                      <a:gd name="connsiteY17" fmla="*/ 32625 h 66989"/>
                      <a:gd name="connsiteX18" fmla="*/ 942644 w 1204482"/>
                      <a:gd name="connsiteY18" fmla="*/ 34964 h 66989"/>
                      <a:gd name="connsiteX19" fmla="*/ 994999 w 1204482"/>
                      <a:gd name="connsiteY19" fmla="*/ 36163 h 66989"/>
                      <a:gd name="connsiteX20" fmla="*/ 1047415 w 1204482"/>
                      <a:gd name="connsiteY20" fmla="*/ 34664 h 66989"/>
                      <a:gd name="connsiteX21" fmla="*/ 1099771 w 1204482"/>
                      <a:gd name="connsiteY21" fmla="*/ 26927 h 66989"/>
                      <a:gd name="connsiteX22" fmla="*/ 1152127 w 1204482"/>
                      <a:gd name="connsiteY22" fmla="*/ 23329 h 66989"/>
                      <a:gd name="connsiteX23" fmla="*/ 1204482 w 1204482"/>
                      <a:gd name="connsiteY23" fmla="*/ 17932 h 6698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482" h="66989">
                        <a:moveTo>
                          <a:pt x="0" y="11335"/>
                        </a:moveTo>
                        <a:lnTo>
                          <a:pt x="52356" y="6597"/>
                        </a:lnTo>
                        <a:lnTo>
                          <a:pt x="104711" y="2099"/>
                        </a:lnTo>
                        <a:lnTo>
                          <a:pt x="157127" y="1199"/>
                        </a:lnTo>
                        <a:lnTo>
                          <a:pt x="209483" y="0"/>
                        </a:lnTo>
                        <a:lnTo>
                          <a:pt x="261839" y="4498"/>
                        </a:lnTo>
                        <a:lnTo>
                          <a:pt x="314195" y="63990"/>
                        </a:lnTo>
                        <a:lnTo>
                          <a:pt x="366550" y="66389"/>
                        </a:lnTo>
                        <a:lnTo>
                          <a:pt x="418966" y="66389"/>
                        </a:lnTo>
                        <a:lnTo>
                          <a:pt x="471322" y="66989"/>
                        </a:lnTo>
                        <a:lnTo>
                          <a:pt x="523677" y="66989"/>
                        </a:lnTo>
                        <a:lnTo>
                          <a:pt x="576033" y="66989"/>
                        </a:lnTo>
                        <a:lnTo>
                          <a:pt x="628449" y="66989"/>
                        </a:lnTo>
                        <a:lnTo>
                          <a:pt x="680805" y="66989"/>
                        </a:lnTo>
                        <a:lnTo>
                          <a:pt x="733161" y="66689"/>
                        </a:lnTo>
                        <a:lnTo>
                          <a:pt x="785516" y="64590"/>
                        </a:lnTo>
                        <a:lnTo>
                          <a:pt x="837932" y="39762"/>
                        </a:lnTo>
                        <a:lnTo>
                          <a:pt x="890288" y="32625"/>
                        </a:lnTo>
                        <a:lnTo>
                          <a:pt x="942644" y="34964"/>
                        </a:lnTo>
                        <a:lnTo>
                          <a:pt x="994999" y="36163"/>
                        </a:lnTo>
                        <a:lnTo>
                          <a:pt x="1047415" y="34664"/>
                        </a:lnTo>
                        <a:lnTo>
                          <a:pt x="1099771" y="26927"/>
                        </a:lnTo>
                        <a:lnTo>
                          <a:pt x="1152127" y="23329"/>
                        </a:lnTo>
                        <a:lnTo>
                          <a:pt x="1204482" y="17932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>
                        <a:alpha val="40000"/>
                      </a:srgb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5" name="Graphic 205">
                  <a:extLst>
                    <a:ext uri="{FF2B5EF4-FFF2-40B4-BE49-F238E27FC236}">
                      <a16:creationId xmlns:a16="http://schemas.microsoft.com/office/drawing/2014/main" id="{6064C7C0-CFED-2B73-9B6A-230D2CFD1068}"/>
                    </a:ext>
                  </a:extLst>
                </p:cNvPr>
                <p:cNvGrpSpPr/>
                <p:nvPr/>
              </p:nvGrpSpPr>
              <p:grpSpPr>
                <a:xfrm>
                  <a:off x="8013092" y="3564922"/>
                  <a:ext cx="999129" cy="1165408"/>
                  <a:chOff x="5413059" y="1131147"/>
                  <a:chExt cx="1204542" cy="1202203"/>
                </a:xfrm>
                <a:noFill/>
              </p:grpSpPr>
              <p:sp>
                <p:nvSpPr>
                  <p:cNvPr id="203" name="Freeform 202">
                    <a:extLst>
                      <a:ext uri="{FF2B5EF4-FFF2-40B4-BE49-F238E27FC236}">
                        <a16:creationId xmlns:a16="http://schemas.microsoft.com/office/drawing/2014/main" id="{B5E3E2D3-28A3-91C3-3192-4F60D402BB8F}"/>
                      </a:ext>
                    </a:extLst>
                  </p:cNvPr>
                  <p:cNvSpPr/>
                  <p:nvPr/>
                </p:nvSpPr>
                <p:spPr>
                  <a:xfrm>
                    <a:off x="5413059" y="2327353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4" name="Freeform 203">
                    <a:extLst>
                      <a:ext uri="{FF2B5EF4-FFF2-40B4-BE49-F238E27FC236}">
                        <a16:creationId xmlns:a16="http://schemas.microsoft.com/office/drawing/2014/main" id="{96E2E4A7-D7D9-2CB5-261C-593CEFB9B485}"/>
                      </a:ext>
                    </a:extLst>
                  </p:cNvPr>
                  <p:cNvSpPr/>
                  <p:nvPr/>
                </p:nvSpPr>
                <p:spPr>
                  <a:xfrm>
                    <a:off x="5413059" y="2028332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5" name="Freeform 204">
                    <a:extLst>
                      <a:ext uri="{FF2B5EF4-FFF2-40B4-BE49-F238E27FC236}">
                        <a16:creationId xmlns:a16="http://schemas.microsoft.com/office/drawing/2014/main" id="{8BAD93BA-33AD-C56F-AD28-D400A83D28A8}"/>
                      </a:ext>
                    </a:extLst>
                  </p:cNvPr>
                  <p:cNvSpPr/>
                  <p:nvPr/>
                </p:nvSpPr>
                <p:spPr>
                  <a:xfrm>
                    <a:off x="5413059" y="1729250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6" name="Freeform 205">
                    <a:extLst>
                      <a:ext uri="{FF2B5EF4-FFF2-40B4-BE49-F238E27FC236}">
                        <a16:creationId xmlns:a16="http://schemas.microsoft.com/office/drawing/2014/main" id="{87A286AA-B5DF-5A13-038F-EEF5F4ABD368}"/>
                      </a:ext>
                    </a:extLst>
                  </p:cNvPr>
                  <p:cNvSpPr/>
                  <p:nvPr/>
                </p:nvSpPr>
                <p:spPr>
                  <a:xfrm>
                    <a:off x="5413059" y="1430229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7" name="Freeform 206">
                    <a:extLst>
                      <a:ext uri="{FF2B5EF4-FFF2-40B4-BE49-F238E27FC236}">
                        <a16:creationId xmlns:a16="http://schemas.microsoft.com/office/drawing/2014/main" id="{D001B080-3D82-505E-6C24-20DC1BB31C61}"/>
                      </a:ext>
                    </a:extLst>
                  </p:cNvPr>
                  <p:cNvSpPr/>
                  <p:nvPr/>
                </p:nvSpPr>
                <p:spPr>
                  <a:xfrm>
                    <a:off x="5413059" y="1131147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8" name="Freeform 207">
                    <a:extLst>
                      <a:ext uri="{FF2B5EF4-FFF2-40B4-BE49-F238E27FC236}">
                        <a16:creationId xmlns:a16="http://schemas.microsoft.com/office/drawing/2014/main" id="{D6278D94-5C96-9D37-3393-B8DCAB189B31}"/>
                      </a:ext>
                    </a:extLst>
                  </p:cNvPr>
                  <p:cNvSpPr/>
                  <p:nvPr/>
                </p:nvSpPr>
                <p:spPr>
                  <a:xfrm>
                    <a:off x="5413059" y="1841098"/>
                    <a:ext cx="1204542" cy="432699"/>
                  </a:xfrm>
                  <a:custGeom>
                    <a:avLst/>
                    <a:gdLst>
                      <a:gd name="connsiteX0" fmla="*/ 0 w 1204542"/>
                      <a:gd name="connsiteY0" fmla="*/ 48158 h 432699"/>
                      <a:gd name="connsiteX1" fmla="*/ 52416 w 1204542"/>
                      <a:gd name="connsiteY1" fmla="*/ 23929 h 432699"/>
                      <a:gd name="connsiteX2" fmla="*/ 104772 w 1204542"/>
                      <a:gd name="connsiteY2" fmla="*/ 1199 h 432699"/>
                      <a:gd name="connsiteX3" fmla="*/ 157127 w 1204542"/>
                      <a:gd name="connsiteY3" fmla="*/ 0 h 432699"/>
                      <a:gd name="connsiteX4" fmla="*/ 209483 w 1204542"/>
                      <a:gd name="connsiteY4" fmla="*/ 5697 h 432699"/>
                      <a:gd name="connsiteX5" fmla="*/ 261839 w 1204542"/>
                      <a:gd name="connsiteY5" fmla="*/ 95716 h 432699"/>
                      <a:gd name="connsiteX6" fmla="*/ 314255 w 1204542"/>
                      <a:gd name="connsiteY6" fmla="*/ 381903 h 432699"/>
                      <a:gd name="connsiteX7" fmla="*/ 366610 w 1204542"/>
                      <a:gd name="connsiteY7" fmla="*/ 415368 h 432699"/>
                      <a:gd name="connsiteX8" fmla="*/ 418966 w 1204542"/>
                      <a:gd name="connsiteY8" fmla="*/ 419866 h 432699"/>
                      <a:gd name="connsiteX9" fmla="*/ 471322 w 1204542"/>
                      <a:gd name="connsiteY9" fmla="*/ 432100 h 432699"/>
                      <a:gd name="connsiteX10" fmla="*/ 523738 w 1204542"/>
                      <a:gd name="connsiteY10" fmla="*/ 432700 h 432699"/>
                      <a:gd name="connsiteX11" fmla="*/ 576093 w 1204542"/>
                      <a:gd name="connsiteY11" fmla="*/ 431800 h 432699"/>
                      <a:gd name="connsiteX12" fmla="*/ 628449 w 1204542"/>
                      <a:gd name="connsiteY12" fmla="*/ 432100 h 432699"/>
                      <a:gd name="connsiteX13" fmla="*/ 680805 w 1204542"/>
                      <a:gd name="connsiteY13" fmla="*/ 427662 h 432699"/>
                      <a:gd name="connsiteX14" fmla="*/ 733220 w 1204542"/>
                      <a:gd name="connsiteY14" fmla="*/ 423164 h 432699"/>
                      <a:gd name="connsiteX15" fmla="*/ 785576 w 1204542"/>
                      <a:gd name="connsiteY15" fmla="*/ 416267 h 432699"/>
                      <a:gd name="connsiteX16" fmla="*/ 837932 w 1204542"/>
                      <a:gd name="connsiteY16" fmla="*/ 243427 h 432699"/>
                      <a:gd name="connsiteX17" fmla="*/ 890288 w 1204542"/>
                      <a:gd name="connsiteY17" fmla="*/ 110349 h 432699"/>
                      <a:gd name="connsiteX18" fmla="*/ 942703 w 1204542"/>
                      <a:gd name="connsiteY18" fmla="*/ 105251 h 432699"/>
                      <a:gd name="connsiteX19" fmla="*/ 995059 w 1204542"/>
                      <a:gd name="connsiteY19" fmla="*/ 115147 h 432699"/>
                      <a:gd name="connsiteX20" fmla="*/ 1047415 w 1204542"/>
                      <a:gd name="connsiteY20" fmla="*/ 122583 h 432699"/>
                      <a:gd name="connsiteX21" fmla="*/ 1099771 w 1204542"/>
                      <a:gd name="connsiteY21" fmla="*/ 106151 h 432699"/>
                      <a:gd name="connsiteX22" fmla="*/ 1152187 w 1204542"/>
                      <a:gd name="connsiteY22" fmla="*/ 80723 h 432699"/>
                      <a:gd name="connsiteX23" fmla="*/ 1204542 w 1204542"/>
                      <a:gd name="connsiteY23" fmla="*/ 55055 h 43269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542" h="432699">
                        <a:moveTo>
                          <a:pt x="0" y="48158"/>
                        </a:moveTo>
                        <a:lnTo>
                          <a:pt x="52416" y="23929"/>
                        </a:lnTo>
                        <a:lnTo>
                          <a:pt x="104772" y="1199"/>
                        </a:lnTo>
                        <a:lnTo>
                          <a:pt x="157127" y="0"/>
                        </a:lnTo>
                        <a:lnTo>
                          <a:pt x="209483" y="5697"/>
                        </a:lnTo>
                        <a:lnTo>
                          <a:pt x="261839" y="95716"/>
                        </a:lnTo>
                        <a:lnTo>
                          <a:pt x="314255" y="381903"/>
                        </a:lnTo>
                        <a:lnTo>
                          <a:pt x="366610" y="415368"/>
                        </a:lnTo>
                        <a:lnTo>
                          <a:pt x="418966" y="419866"/>
                        </a:lnTo>
                        <a:lnTo>
                          <a:pt x="471322" y="432100"/>
                        </a:lnTo>
                        <a:lnTo>
                          <a:pt x="523738" y="432700"/>
                        </a:lnTo>
                        <a:lnTo>
                          <a:pt x="576093" y="431800"/>
                        </a:lnTo>
                        <a:lnTo>
                          <a:pt x="628449" y="432100"/>
                        </a:lnTo>
                        <a:lnTo>
                          <a:pt x="680805" y="427662"/>
                        </a:lnTo>
                        <a:lnTo>
                          <a:pt x="733220" y="423164"/>
                        </a:lnTo>
                        <a:lnTo>
                          <a:pt x="785576" y="416267"/>
                        </a:lnTo>
                        <a:lnTo>
                          <a:pt x="837932" y="243427"/>
                        </a:lnTo>
                        <a:lnTo>
                          <a:pt x="890288" y="110349"/>
                        </a:lnTo>
                        <a:lnTo>
                          <a:pt x="942703" y="105251"/>
                        </a:lnTo>
                        <a:lnTo>
                          <a:pt x="995059" y="115147"/>
                        </a:lnTo>
                        <a:lnTo>
                          <a:pt x="1047415" y="122583"/>
                        </a:lnTo>
                        <a:lnTo>
                          <a:pt x="1099771" y="106151"/>
                        </a:lnTo>
                        <a:lnTo>
                          <a:pt x="1152187" y="80723"/>
                        </a:lnTo>
                        <a:lnTo>
                          <a:pt x="1204542" y="55055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2" name="Freeform 221">
                    <a:extLst>
                      <a:ext uri="{FF2B5EF4-FFF2-40B4-BE49-F238E27FC236}">
                        <a16:creationId xmlns:a16="http://schemas.microsoft.com/office/drawing/2014/main" id="{F36E008B-693D-1D8C-E4D0-3FC248C1B208}"/>
                      </a:ext>
                    </a:extLst>
                  </p:cNvPr>
                  <p:cNvSpPr/>
                  <p:nvPr/>
                </p:nvSpPr>
                <p:spPr>
                  <a:xfrm>
                    <a:off x="5413059" y="2266961"/>
                    <a:ext cx="1204542" cy="57093"/>
                  </a:xfrm>
                  <a:custGeom>
                    <a:avLst/>
                    <a:gdLst>
                      <a:gd name="connsiteX0" fmla="*/ 0 w 1204542"/>
                      <a:gd name="connsiteY0" fmla="*/ 4138 h 57093"/>
                      <a:gd name="connsiteX1" fmla="*/ 52416 w 1204542"/>
                      <a:gd name="connsiteY1" fmla="*/ 2699 h 57093"/>
                      <a:gd name="connsiteX2" fmla="*/ 104772 w 1204542"/>
                      <a:gd name="connsiteY2" fmla="*/ 900 h 57093"/>
                      <a:gd name="connsiteX3" fmla="*/ 157127 w 1204542"/>
                      <a:gd name="connsiteY3" fmla="*/ 300 h 57093"/>
                      <a:gd name="connsiteX4" fmla="*/ 209483 w 1204542"/>
                      <a:gd name="connsiteY4" fmla="*/ 0 h 57093"/>
                      <a:gd name="connsiteX5" fmla="*/ 261839 w 1204542"/>
                      <a:gd name="connsiteY5" fmla="*/ 52296 h 57093"/>
                      <a:gd name="connsiteX6" fmla="*/ 314255 w 1204542"/>
                      <a:gd name="connsiteY6" fmla="*/ 54395 h 57093"/>
                      <a:gd name="connsiteX7" fmla="*/ 366610 w 1204542"/>
                      <a:gd name="connsiteY7" fmla="*/ 55594 h 57093"/>
                      <a:gd name="connsiteX8" fmla="*/ 418966 w 1204542"/>
                      <a:gd name="connsiteY8" fmla="*/ 56194 h 57093"/>
                      <a:gd name="connsiteX9" fmla="*/ 471322 w 1204542"/>
                      <a:gd name="connsiteY9" fmla="*/ 56494 h 57093"/>
                      <a:gd name="connsiteX10" fmla="*/ 523738 w 1204542"/>
                      <a:gd name="connsiteY10" fmla="*/ 57093 h 57093"/>
                      <a:gd name="connsiteX11" fmla="*/ 576093 w 1204542"/>
                      <a:gd name="connsiteY11" fmla="*/ 57093 h 57093"/>
                      <a:gd name="connsiteX12" fmla="*/ 628449 w 1204542"/>
                      <a:gd name="connsiteY12" fmla="*/ 57093 h 57093"/>
                      <a:gd name="connsiteX13" fmla="*/ 680805 w 1204542"/>
                      <a:gd name="connsiteY13" fmla="*/ 56794 h 57093"/>
                      <a:gd name="connsiteX14" fmla="*/ 733220 w 1204542"/>
                      <a:gd name="connsiteY14" fmla="*/ 56494 h 57093"/>
                      <a:gd name="connsiteX15" fmla="*/ 785576 w 1204542"/>
                      <a:gd name="connsiteY15" fmla="*/ 55594 h 57093"/>
                      <a:gd name="connsiteX16" fmla="*/ 837932 w 1204542"/>
                      <a:gd name="connsiteY16" fmla="*/ 49597 h 57093"/>
                      <a:gd name="connsiteX17" fmla="*/ 890288 w 1204542"/>
                      <a:gd name="connsiteY17" fmla="*/ 23329 h 57093"/>
                      <a:gd name="connsiteX18" fmla="*/ 942703 w 1204542"/>
                      <a:gd name="connsiteY18" fmla="*/ 24828 h 57093"/>
                      <a:gd name="connsiteX19" fmla="*/ 995059 w 1204542"/>
                      <a:gd name="connsiteY19" fmla="*/ 24529 h 57093"/>
                      <a:gd name="connsiteX20" fmla="*/ 1047415 w 1204542"/>
                      <a:gd name="connsiteY20" fmla="*/ 24828 h 57093"/>
                      <a:gd name="connsiteX21" fmla="*/ 1099771 w 1204542"/>
                      <a:gd name="connsiteY21" fmla="*/ 15533 h 57093"/>
                      <a:gd name="connsiteX22" fmla="*/ 1152187 w 1204542"/>
                      <a:gd name="connsiteY22" fmla="*/ 12234 h 57093"/>
                      <a:gd name="connsiteX23" fmla="*/ 1204542 w 1204542"/>
                      <a:gd name="connsiteY23" fmla="*/ 8636 h 570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542" h="57093">
                        <a:moveTo>
                          <a:pt x="0" y="4138"/>
                        </a:moveTo>
                        <a:lnTo>
                          <a:pt x="52416" y="2699"/>
                        </a:lnTo>
                        <a:lnTo>
                          <a:pt x="104772" y="900"/>
                        </a:lnTo>
                        <a:lnTo>
                          <a:pt x="157127" y="300"/>
                        </a:lnTo>
                        <a:lnTo>
                          <a:pt x="209483" y="0"/>
                        </a:lnTo>
                        <a:lnTo>
                          <a:pt x="261839" y="52296"/>
                        </a:lnTo>
                        <a:lnTo>
                          <a:pt x="314255" y="54395"/>
                        </a:lnTo>
                        <a:lnTo>
                          <a:pt x="366610" y="55594"/>
                        </a:lnTo>
                        <a:lnTo>
                          <a:pt x="418966" y="56194"/>
                        </a:lnTo>
                        <a:lnTo>
                          <a:pt x="471322" y="56494"/>
                        </a:lnTo>
                        <a:lnTo>
                          <a:pt x="523738" y="57093"/>
                        </a:lnTo>
                        <a:lnTo>
                          <a:pt x="576093" y="57093"/>
                        </a:lnTo>
                        <a:lnTo>
                          <a:pt x="628449" y="57093"/>
                        </a:lnTo>
                        <a:lnTo>
                          <a:pt x="680805" y="56794"/>
                        </a:lnTo>
                        <a:lnTo>
                          <a:pt x="733220" y="56494"/>
                        </a:lnTo>
                        <a:lnTo>
                          <a:pt x="785576" y="55594"/>
                        </a:lnTo>
                        <a:lnTo>
                          <a:pt x="837932" y="49597"/>
                        </a:lnTo>
                        <a:lnTo>
                          <a:pt x="890288" y="23329"/>
                        </a:lnTo>
                        <a:lnTo>
                          <a:pt x="942703" y="24828"/>
                        </a:lnTo>
                        <a:lnTo>
                          <a:pt x="995059" y="24529"/>
                        </a:lnTo>
                        <a:lnTo>
                          <a:pt x="1047415" y="24828"/>
                        </a:lnTo>
                        <a:lnTo>
                          <a:pt x="1099771" y="15533"/>
                        </a:lnTo>
                        <a:lnTo>
                          <a:pt x="1152187" y="12234"/>
                        </a:lnTo>
                        <a:lnTo>
                          <a:pt x="1204542" y="8636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>
                        <a:alpha val="40000"/>
                      </a:srgb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7" name="Graphic 205">
                  <a:extLst>
                    <a:ext uri="{FF2B5EF4-FFF2-40B4-BE49-F238E27FC236}">
                      <a16:creationId xmlns:a16="http://schemas.microsoft.com/office/drawing/2014/main" id="{A42B3540-20E5-BB62-B1DB-251DF18DE0EB}"/>
                    </a:ext>
                  </a:extLst>
                </p:cNvPr>
                <p:cNvGrpSpPr/>
                <p:nvPr/>
              </p:nvGrpSpPr>
              <p:grpSpPr>
                <a:xfrm>
                  <a:off x="9039482" y="3564922"/>
                  <a:ext cx="999079" cy="1165408"/>
                  <a:chOff x="6650466" y="1131147"/>
                  <a:chExt cx="1204481" cy="1202203"/>
                </a:xfrm>
                <a:noFill/>
              </p:grpSpPr>
              <p:sp>
                <p:nvSpPr>
                  <p:cNvPr id="1094" name="Freeform 1093">
                    <a:extLst>
                      <a:ext uri="{FF2B5EF4-FFF2-40B4-BE49-F238E27FC236}">
                        <a16:creationId xmlns:a16="http://schemas.microsoft.com/office/drawing/2014/main" id="{821462B1-1173-1563-D64D-933724D14991}"/>
                      </a:ext>
                    </a:extLst>
                  </p:cNvPr>
                  <p:cNvSpPr/>
                  <p:nvPr/>
                </p:nvSpPr>
                <p:spPr>
                  <a:xfrm>
                    <a:off x="6650466" y="2327353"/>
                    <a:ext cx="1204481" cy="5997"/>
                  </a:xfrm>
                  <a:custGeom>
                    <a:avLst/>
                    <a:gdLst>
                      <a:gd name="connsiteX0" fmla="*/ 0 w 1204481"/>
                      <a:gd name="connsiteY0" fmla="*/ 0 h 5997"/>
                      <a:gd name="connsiteX1" fmla="*/ 1204482 w 120448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1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1094">
                    <a:extLst>
                      <a:ext uri="{FF2B5EF4-FFF2-40B4-BE49-F238E27FC236}">
                        <a16:creationId xmlns:a16="http://schemas.microsoft.com/office/drawing/2014/main" id="{2BE968DB-BBBF-6C9D-7CE5-84BC136AEF18}"/>
                      </a:ext>
                    </a:extLst>
                  </p:cNvPr>
                  <p:cNvSpPr/>
                  <p:nvPr/>
                </p:nvSpPr>
                <p:spPr>
                  <a:xfrm>
                    <a:off x="6650466" y="2028332"/>
                    <a:ext cx="1204481" cy="5997"/>
                  </a:xfrm>
                  <a:custGeom>
                    <a:avLst/>
                    <a:gdLst>
                      <a:gd name="connsiteX0" fmla="*/ 0 w 1204481"/>
                      <a:gd name="connsiteY0" fmla="*/ 0 h 5997"/>
                      <a:gd name="connsiteX1" fmla="*/ 1204482 w 120448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1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1095">
                    <a:extLst>
                      <a:ext uri="{FF2B5EF4-FFF2-40B4-BE49-F238E27FC236}">
                        <a16:creationId xmlns:a16="http://schemas.microsoft.com/office/drawing/2014/main" id="{B7C61E16-BA55-A7C3-100C-8DB7EE08B5CC}"/>
                      </a:ext>
                    </a:extLst>
                  </p:cNvPr>
                  <p:cNvSpPr/>
                  <p:nvPr/>
                </p:nvSpPr>
                <p:spPr>
                  <a:xfrm>
                    <a:off x="6650466" y="1729250"/>
                    <a:ext cx="1204481" cy="5997"/>
                  </a:xfrm>
                  <a:custGeom>
                    <a:avLst/>
                    <a:gdLst>
                      <a:gd name="connsiteX0" fmla="*/ 0 w 1204481"/>
                      <a:gd name="connsiteY0" fmla="*/ 0 h 5997"/>
                      <a:gd name="connsiteX1" fmla="*/ 1204482 w 120448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1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1096">
                    <a:extLst>
                      <a:ext uri="{FF2B5EF4-FFF2-40B4-BE49-F238E27FC236}">
                        <a16:creationId xmlns:a16="http://schemas.microsoft.com/office/drawing/2014/main" id="{F0051365-E40E-03C7-B4B6-BE30D575005E}"/>
                      </a:ext>
                    </a:extLst>
                  </p:cNvPr>
                  <p:cNvSpPr/>
                  <p:nvPr/>
                </p:nvSpPr>
                <p:spPr>
                  <a:xfrm>
                    <a:off x="6650466" y="1430229"/>
                    <a:ext cx="1204481" cy="5997"/>
                  </a:xfrm>
                  <a:custGeom>
                    <a:avLst/>
                    <a:gdLst>
                      <a:gd name="connsiteX0" fmla="*/ 0 w 1204481"/>
                      <a:gd name="connsiteY0" fmla="*/ 0 h 5997"/>
                      <a:gd name="connsiteX1" fmla="*/ 1204482 w 120448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1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1098">
                    <a:extLst>
                      <a:ext uri="{FF2B5EF4-FFF2-40B4-BE49-F238E27FC236}">
                        <a16:creationId xmlns:a16="http://schemas.microsoft.com/office/drawing/2014/main" id="{1F68BE8F-7F73-287D-17E4-FAF7090A591C}"/>
                      </a:ext>
                    </a:extLst>
                  </p:cNvPr>
                  <p:cNvSpPr/>
                  <p:nvPr/>
                </p:nvSpPr>
                <p:spPr>
                  <a:xfrm>
                    <a:off x="6650466" y="1131147"/>
                    <a:ext cx="1204481" cy="5997"/>
                  </a:xfrm>
                  <a:custGeom>
                    <a:avLst/>
                    <a:gdLst>
                      <a:gd name="connsiteX0" fmla="*/ 0 w 1204481"/>
                      <a:gd name="connsiteY0" fmla="*/ 0 h 5997"/>
                      <a:gd name="connsiteX1" fmla="*/ 1204482 w 120448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1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2" name="Freeform 191">
                    <a:extLst>
                      <a:ext uri="{FF2B5EF4-FFF2-40B4-BE49-F238E27FC236}">
                        <a16:creationId xmlns:a16="http://schemas.microsoft.com/office/drawing/2014/main" id="{7B31E431-F7F5-2A2E-CD47-25E86931249C}"/>
                      </a:ext>
                    </a:extLst>
                  </p:cNvPr>
                  <p:cNvSpPr/>
                  <p:nvPr/>
                </p:nvSpPr>
                <p:spPr>
                  <a:xfrm>
                    <a:off x="6650466" y="1975076"/>
                    <a:ext cx="1204481" cy="345080"/>
                  </a:xfrm>
                  <a:custGeom>
                    <a:avLst/>
                    <a:gdLst>
                      <a:gd name="connsiteX0" fmla="*/ 0 w 1204481"/>
                      <a:gd name="connsiteY0" fmla="*/ 8396 h 345080"/>
                      <a:gd name="connsiteX1" fmla="*/ 52356 w 1204481"/>
                      <a:gd name="connsiteY1" fmla="*/ 600 h 345080"/>
                      <a:gd name="connsiteX2" fmla="*/ 104712 w 1204481"/>
                      <a:gd name="connsiteY2" fmla="*/ 3598 h 345080"/>
                      <a:gd name="connsiteX3" fmla="*/ 157067 w 1204481"/>
                      <a:gd name="connsiteY3" fmla="*/ 8096 h 345080"/>
                      <a:gd name="connsiteX4" fmla="*/ 209483 w 1204481"/>
                      <a:gd name="connsiteY4" fmla="*/ 0 h 345080"/>
                      <a:gd name="connsiteX5" fmla="*/ 261839 w 1204481"/>
                      <a:gd name="connsiteY5" fmla="*/ 287687 h 345080"/>
                      <a:gd name="connsiteX6" fmla="*/ 314195 w 1204481"/>
                      <a:gd name="connsiteY6" fmla="*/ 343881 h 345080"/>
                      <a:gd name="connsiteX7" fmla="*/ 366550 w 1204481"/>
                      <a:gd name="connsiteY7" fmla="*/ 344480 h 345080"/>
                      <a:gd name="connsiteX8" fmla="*/ 418966 w 1204481"/>
                      <a:gd name="connsiteY8" fmla="*/ 345080 h 345080"/>
                      <a:gd name="connsiteX9" fmla="*/ 471322 w 1204481"/>
                      <a:gd name="connsiteY9" fmla="*/ 344480 h 345080"/>
                      <a:gd name="connsiteX10" fmla="*/ 523678 w 1204481"/>
                      <a:gd name="connsiteY10" fmla="*/ 339743 h 345080"/>
                      <a:gd name="connsiteX11" fmla="*/ 576033 w 1204481"/>
                      <a:gd name="connsiteY11" fmla="*/ 341182 h 345080"/>
                      <a:gd name="connsiteX12" fmla="*/ 628449 w 1204481"/>
                      <a:gd name="connsiteY12" fmla="*/ 343881 h 345080"/>
                      <a:gd name="connsiteX13" fmla="*/ 680805 w 1204481"/>
                      <a:gd name="connsiteY13" fmla="*/ 341482 h 345080"/>
                      <a:gd name="connsiteX14" fmla="*/ 733160 w 1204481"/>
                      <a:gd name="connsiteY14" fmla="*/ 341782 h 345080"/>
                      <a:gd name="connsiteX15" fmla="*/ 785516 w 1204481"/>
                      <a:gd name="connsiteY15" fmla="*/ 339743 h 345080"/>
                      <a:gd name="connsiteX16" fmla="*/ 837932 w 1204481"/>
                      <a:gd name="connsiteY16" fmla="*/ 290086 h 345080"/>
                      <a:gd name="connsiteX17" fmla="*/ 890288 w 1204481"/>
                      <a:gd name="connsiteY17" fmla="*/ 97515 h 345080"/>
                      <a:gd name="connsiteX18" fmla="*/ 942644 w 1204481"/>
                      <a:gd name="connsiteY18" fmla="*/ 81322 h 345080"/>
                      <a:gd name="connsiteX19" fmla="*/ 994999 w 1204481"/>
                      <a:gd name="connsiteY19" fmla="*/ 78923 h 345080"/>
                      <a:gd name="connsiteX20" fmla="*/ 1047415 w 1204481"/>
                      <a:gd name="connsiteY20" fmla="*/ 79223 h 345080"/>
                      <a:gd name="connsiteX21" fmla="*/ 1099771 w 1204481"/>
                      <a:gd name="connsiteY21" fmla="*/ 60992 h 345080"/>
                      <a:gd name="connsiteX22" fmla="*/ 1152126 w 1204481"/>
                      <a:gd name="connsiteY22" fmla="*/ 41861 h 345080"/>
                      <a:gd name="connsiteX23" fmla="*/ 1204482 w 1204481"/>
                      <a:gd name="connsiteY23" fmla="*/ 21530 h 345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481" h="345080">
                        <a:moveTo>
                          <a:pt x="0" y="8396"/>
                        </a:moveTo>
                        <a:lnTo>
                          <a:pt x="52356" y="600"/>
                        </a:lnTo>
                        <a:lnTo>
                          <a:pt x="104712" y="3598"/>
                        </a:lnTo>
                        <a:lnTo>
                          <a:pt x="157067" y="8096"/>
                        </a:lnTo>
                        <a:lnTo>
                          <a:pt x="209483" y="0"/>
                        </a:lnTo>
                        <a:lnTo>
                          <a:pt x="261839" y="287687"/>
                        </a:lnTo>
                        <a:lnTo>
                          <a:pt x="314195" y="343881"/>
                        </a:lnTo>
                        <a:lnTo>
                          <a:pt x="366550" y="344480"/>
                        </a:lnTo>
                        <a:lnTo>
                          <a:pt x="418966" y="345080"/>
                        </a:lnTo>
                        <a:lnTo>
                          <a:pt x="471322" y="344480"/>
                        </a:lnTo>
                        <a:lnTo>
                          <a:pt x="523678" y="339743"/>
                        </a:lnTo>
                        <a:lnTo>
                          <a:pt x="576033" y="341182"/>
                        </a:lnTo>
                        <a:lnTo>
                          <a:pt x="628449" y="343881"/>
                        </a:lnTo>
                        <a:lnTo>
                          <a:pt x="680805" y="341482"/>
                        </a:lnTo>
                        <a:lnTo>
                          <a:pt x="733160" y="341782"/>
                        </a:lnTo>
                        <a:lnTo>
                          <a:pt x="785516" y="339743"/>
                        </a:lnTo>
                        <a:lnTo>
                          <a:pt x="837932" y="290086"/>
                        </a:lnTo>
                        <a:lnTo>
                          <a:pt x="890288" y="97515"/>
                        </a:lnTo>
                        <a:lnTo>
                          <a:pt x="942644" y="81322"/>
                        </a:lnTo>
                        <a:lnTo>
                          <a:pt x="994999" y="78923"/>
                        </a:lnTo>
                        <a:lnTo>
                          <a:pt x="1047415" y="79223"/>
                        </a:lnTo>
                        <a:lnTo>
                          <a:pt x="1099771" y="60992"/>
                        </a:lnTo>
                        <a:lnTo>
                          <a:pt x="1152126" y="41861"/>
                        </a:lnTo>
                        <a:lnTo>
                          <a:pt x="1204482" y="21530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4" name="Freeform 193">
                    <a:extLst>
                      <a:ext uri="{FF2B5EF4-FFF2-40B4-BE49-F238E27FC236}">
                        <a16:creationId xmlns:a16="http://schemas.microsoft.com/office/drawing/2014/main" id="{2B47265C-2662-20B5-B0FF-399C051EC71B}"/>
                      </a:ext>
                    </a:extLst>
                  </p:cNvPr>
                  <p:cNvSpPr/>
                  <p:nvPr/>
                </p:nvSpPr>
                <p:spPr>
                  <a:xfrm>
                    <a:off x="6650466" y="2284593"/>
                    <a:ext cx="1204481" cy="42760"/>
                  </a:xfrm>
                  <a:custGeom>
                    <a:avLst/>
                    <a:gdLst>
                      <a:gd name="connsiteX0" fmla="*/ 0 w 1204481"/>
                      <a:gd name="connsiteY0" fmla="*/ 3598 h 42760"/>
                      <a:gd name="connsiteX1" fmla="*/ 52356 w 1204481"/>
                      <a:gd name="connsiteY1" fmla="*/ 2999 h 42760"/>
                      <a:gd name="connsiteX2" fmla="*/ 104712 w 1204481"/>
                      <a:gd name="connsiteY2" fmla="*/ 2099 h 42760"/>
                      <a:gd name="connsiteX3" fmla="*/ 157067 w 1204481"/>
                      <a:gd name="connsiteY3" fmla="*/ 0 h 42760"/>
                      <a:gd name="connsiteX4" fmla="*/ 209483 w 1204481"/>
                      <a:gd name="connsiteY4" fmla="*/ 17932 h 42760"/>
                      <a:gd name="connsiteX5" fmla="*/ 261839 w 1204481"/>
                      <a:gd name="connsiteY5" fmla="*/ 42460 h 42760"/>
                      <a:gd name="connsiteX6" fmla="*/ 314195 w 1204481"/>
                      <a:gd name="connsiteY6" fmla="*/ 42760 h 42760"/>
                      <a:gd name="connsiteX7" fmla="*/ 366550 w 1204481"/>
                      <a:gd name="connsiteY7" fmla="*/ 42760 h 42760"/>
                      <a:gd name="connsiteX8" fmla="*/ 418966 w 1204481"/>
                      <a:gd name="connsiteY8" fmla="*/ 42760 h 42760"/>
                      <a:gd name="connsiteX9" fmla="*/ 471322 w 1204481"/>
                      <a:gd name="connsiteY9" fmla="*/ 42760 h 42760"/>
                      <a:gd name="connsiteX10" fmla="*/ 523678 w 1204481"/>
                      <a:gd name="connsiteY10" fmla="*/ 42760 h 42760"/>
                      <a:gd name="connsiteX11" fmla="*/ 576033 w 1204481"/>
                      <a:gd name="connsiteY11" fmla="*/ 42760 h 42760"/>
                      <a:gd name="connsiteX12" fmla="*/ 628449 w 1204481"/>
                      <a:gd name="connsiteY12" fmla="*/ 42760 h 42760"/>
                      <a:gd name="connsiteX13" fmla="*/ 680805 w 1204481"/>
                      <a:gd name="connsiteY13" fmla="*/ 42760 h 42760"/>
                      <a:gd name="connsiteX14" fmla="*/ 733160 w 1204481"/>
                      <a:gd name="connsiteY14" fmla="*/ 42760 h 42760"/>
                      <a:gd name="connsiteX15" fmla="*/ 785516 w 1204481"/>
                      <a:gd name="connsiteY15" fmla="*/ 42760 h 42760"/>
                      <a:gd name="connsiteX16" fmla="*/ 837932 w 1204481"/>
                      <a:gd name="connsiteY16" fmla="*/ 42760 h 42760"/>
                      <a:gd name="connsiteX17" fmla="*/ 890288 w 1204481"/>
                      <a:gd name="connsiteY17" fmla="*/ 16732 h 42760"/>
                      <a:gd name="connsiteX18" fmla="*/ 942644 w 1204481"/>
                      <a:gd name="connsiteY18" fmla="*/ 17932 h 42760"/>
                      <a:gd name="connsiteX19" fmla="*/ 994999 w 1204481"/>
                      <a:gd name="connsiteY19" fmla="*/ 17632 h 42760"/>
                      <a:gd name="connsiteX20" fmla="*/ 1047415 w 1204481"/>
                      <a:gd name="connsiteY20" fmla="*/ 16732 h 42760"/>
                      <a:gd name="connsiteX21" fmla="*/ 1099771 w 1204481"/>
                      <a:gd name="connsiteY21" fmla="*/ 11335 h 42760"/>
                      <a:gd name="connsiteX22" fmla="*/ 1152126 w 1204481"/>
                      <a:gd name="connsiteY22" fmla="*/ 8636 h 42760"/>
                      <a:gd name="connsiteX23" fmla="*/ 1204482 w 1204481"/>
                      <a:gd name="connsiteY23" fmla="*/ 2999 h 427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481" h="42760">
                        <a:moveTo>
                          <a:pt x="0" y="3598"/>
                        </a:moveTo>
                        <a:lnTo>
                          <a:pt x="52356" y="2999"/>
                        </a:lnTo>
                        <a:lnTo>
                          <a:pt x="104712" y="2099"/>
                        </a:lnTo>
                        <a:lnTo>
                          <a:pt x="157067" y="0"/>
                        </a:lnTo>
                        <a:lnTo>
                          <a:pt x="209483" y="17932"/>
                        </a:lnTo>
                        <a:lnTo>
                          <a:pt x="261839" y="42460"/>
                        </a:lnTo>
                        <a:lnTo>
                          <a:pt x="314195" y="42760"/>
                        </a:lnTo>
                        <a:lnTo>
                          <a:pt x="366550" y="42760"/>
                        </a:lnTo>
                        <a:lnTo>
                          <a:pt x="418966" y="42760"/>
                        </a:lnTo>
                        <a:lnTo>
                          <a:pt x="471322" y="42760"/>
                        </a:lnTo>
                        <a:lnTo>
                          <a:pt x="523678" y="42760"/>
                        </a:lnTo>
                        <a:lnTo>
                          <a:pt x="576033" y="42760"/>
                        </a:lnTo>
                        <a:lnTo>
                          <a:pt x="628449" y="42760"/>
                        </a:lnTo>
                        <a:lnTo>
                          <a:pt x="680805" y="42760"/>
                        </a:lnTo>
                        <a:lnTo>
                          <a:pt x="733160" y="42760"/>
                        </a:lnTo>
                        <a:lnTo>
                          <a:pt x="785516" y="42760"/>
                        </a:lnTo>
                        <a:lnTo>
                          <a:pt x="837932" y="42760"/>
                        </a:lnTo>
                        <a:lnTo>
                          <a:pt x="890288" y="16732"/>
                        </a:lnTo>
                        <a:lnTo>
                          <a:pt x="942644" y="17932"/>
                        </a:lnTo>
                        <a:lnTo>
                          <a:pt x="994999" y="17632"/>
                        </a:lnTo>
                        <a:lnTo>
                          <a:pt x="1047415" y="16732"/>
                        </a:lnTo>
                        <a:lnTo>
                          <a:pt x="1099771" y="11335"/>
                        </a:lnTo>
                        <a:lnTo>
                          <a:pt x="1152126" y="8636"/>
                        </a:lnTo>
                        <a:lnTo>
                          <a:pt x="1204482" y="2999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>
                        <a:alpha val="40000"/>
                      </a:srgb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9" name="Graphic 205">
                  <a:extLst>
                    <a:ext uri="{FF2B5EF4-FFF2-40B4-BE49-F238E27FC236}">
                      <a16:creationId xmlns:a16="http://schemas.microsoft.com/office/drawing/2014/main" id="{46AAC58D-9473-0717-C56B-A32A654E5E6C}"/>
                    </a:ext>
                  </a:extLst>
                </p:cNvPr>
                <p:cNvGrpSpPr/>
                <p:nvPr/>
              </p:nvGrpSpPr>
              <p:grpSpPr>
                <a:xfrm>
                  <a:off x="10065822" y="3564922"/>
                  <a:ext cx="999128" cy="1165408"/>
                  <a:chOff x="7887813" y="1131147"/>
                  <a:chExt cx="1204541" cy="1202203"/>
                </a:xfrm>
                <a:noFill/>
              </p:grpSpPr>
              <p:sp>
                <p:nvSpPr>
                  <p:cNvPr id="182" name="Freeform 181">
                    <a:extLst>
                      <a:ext uri="{FF2B5EF4-FFF2-40B4-BE49-F238E27FC236}">
                        <a16:creationId xmlns:a16="http://schemas.microsoft.com/office/drawing/2014/main" id="{D568B8A2-45A5-2370-7AE5-6842A3A1852D}"/>
                      </a:ext>
                    </a:extLst>
                  </p:cNvPr>
                  <p:cNvSpPr/>
                  <p:nvPr/>
                </p:nvSpPr>
                <p:spPr>
                  <a:xfrm>
                    <a:off x="7887813" y="2327353"/>
                    <a:ext cx="1204541" cy="5997"/>
                  </a:xfrm>
                  <a:custGeom>
                    <a:avLst/>
                    <a:gdLst>
                      <a:gd name="connsiteX0" fmla="*/ 0 w 1204541"/>
                      <a:gd name="connsiteY0" fmla="*/ 0 h 5997"/>
                      <a:gd name="connsiteX1" fmla="*/ 1204542 w 120454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1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3" name="Freeform 182">
                    <a:extLst>
                      <a:ext uri="{FF2B5EF4-FFF2-40B4-BE49-F238E27FC236}">
                        <a16:creationId xmlns:a16="http://schemas.microsoft.com/office/drawing/2014/main" id="{FF823839-A5A8-0E78-F6FE-705E10FB36F0}"/>
                      </a:ext>
                    </a:extLst>
                  </p:cNvPr>
                  <p:cNvSpPr/>
                  <p:nvPr/>
                </p:nvSpPr>
                <p:spPr>
                  <a:xfrm>
                    <a:off x="7887813" y="2028332"/>
                    <a:ext cx="1204541" cy="5997"/>
                  </a:xfrm>
                  <a:custGeom>
                    <a:avLst/>
                    <a:gdLst>
                      <a:gd name="connsiteX0" fmla="*/ 0 w 1204541"/>
                      <a:gd name="connsiteY0" fmla="*/ 0 h 5997"/>
                      <a:gd name="connsiteX1" fmla="*/ 1204542 w 120454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1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4" name="Freeform 183">
                    <a:extLst>
                      <a:ext uri="{FF2B5EF4-FFF2-40B4-BE49-F238E27FC236}">
                        <a16:creationId xmlns:a16="http://schemas.microsoft.com/office/drawing/2014/main" id="{AF27B58A-F3C7-F456-E909-C1C55A0B1159}"/>
                      </a:ext>
                    </a:extLst>
                  </p:cNvPr>
                  <p:cNvSpPr/>
                  <p:nvPr/>
                </p:nvSpPr>
                <p:spPr>
                  <a:xfrm>
                    <a:off x="7887813" y="1729250"/>
                    <a:ext cx="1204541" cy="5997"/>
                  </a:xfrm>
                  <a:custGeom>
                    <a:avLst/>
                    <a:gdLst>
                      <a:gd name="connsiteX0" fmla="*/ 0 w 1204541"/>
                      <a:gd name="connsiteY0" fmla="*/ 0 h 5997"/>
                      <a:gd name="connsiteX1" fmla="*/ 1204542 w 120454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1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5" name="Freeform 184">
                    <a:extLst>
                      <a:ext uri="{FF2B5EF4-FFF2-40B4-BE49-F238E27FC236}">
                        <a16:creationId xmlns:a16="http://schemas.microsoft.com/office/drawing/2014/main" id="{2CB86FAB-ABC3-5998-2EA2-9F43EA532108}"/>
                      </a:ext>
                    </a:extLst>
                  </p:cNvPr>
                  <p:cNvSpPr/>
                  <p:nvPr/>
                </p:nvSpPr>
                <p:spPr>
                  <a:xfrm>
                    <a:off x="7887813" y="1430229"/>
                    <a:ext cx="1204541" cy="5997"/>
                  </a:xfrm>
                  <a:custGeom>
                    <a:avLst/>
                    <a:gdLst>
                      <a:gd name="connsiteX0" fmla="*/ 0 w 1204541"/>
                      <a:gd name="connsiteY0" fmla="*/ 0 h 5997"/>
                      <a:gd name="connsiteX1" fmla="*/ 1204542 w 120454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1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6" name="Freeform 185">
                    <a:extLst>
                      <a:ext uri="{FF2B5EF4-FFF2-40B4-BE49-F238E27FC236}">
                        <a16:creationId xmlns:a16="http://schemas.microsoft.com/office/drawing/2014/main" id="{80B5F737-66E3-F1E0-EAD4-A4796720E7BB}"/>
                      </a:ext>
                    </a:extLst>
                  </p:cNvPr>
                  <p:cNvSpPr/>
                  <p:nvPr/>
                </p:nvSpPr>
                <p:spPr>
                  <a:xfrm>
                    <a:off x="7887813" y="1131147"/>
                    <a:ext cx="1204541" cy="5997"/>
                  </a:xfrm>
                  <a:custGeom>
                    <a:avLst/>
                    <a:gdLst>
                      <a:gd name="connsiteX0" fmla="*/ 0 w 1204541"/>
                      <a:gd name="connsiteY0" fmla="*/ 0 h 5997"/>
                      <a:gd name="connsiteX1" fmla="*/ 1204542 w 120454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1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7" name="Freeform 186">
                    <a:extLst>
                      <a:ext uri="{FF2B5EF4-FFF2-40B4-BE49-F238E27FC236}">
                        <a16:creationId xmlns:a16="http://schemas.microsoft.com/office/drawing/2014/main" id="{9133F0B2-9D5E-9DC8-702F-4A58260A4F00}"/>
                      </a:ext>
                    </a:extLst>
                  </p:cNvPr>
                  <p:cNvSpPr/>
                  <p:nvPr/>
                </p:nvSpPr>
                <p:spPr>
                  <a:xfrm>
                    <a:off x="7887813" y="1882959"/>
                    <a:ext cx="1204541" cy="394137"/>
                  </a:xfrm>
                  <a:custGeom>
                    <a:avLst/>
                    <a:gdLst>
                      <a:gd name="connsiteX0" fmla="*/ 0 w 1204541"/>
                      <a:gd name="connsiteY0" fmla="*/ 13194 h 394137"/>
                      <a:gd name="connsiteX1" fmla="*/ 52356 w 1204541"/>
                      <a:gd name="connsiteY1" fmla="*/ 8996 h 394137"/>
                      <a:gd name="connsiteX2" fmla="*/ 104771 w 1204541"/>
                      <a:gd name="connsiteY2" fmla="*/ 0 h 394137"/>
                      <a:gd name="connsiteX3" fmla="*/ 157127 w 1204541"/>
                      <a:gd name="connsiteY3" fmla="*/ 6597 h 394137"/>
                      <a:gd name="connsiteX4" fmla="*/ 209483 w 1204541"/>
                      <a:gd name="connsiteY4" fmla="*/ 7497 h 394137"/>
                      <a:gd name="connsiteX5" fmla="*/ 261838 w 1204541"/>
                      <a:gd name="connsiteY5" fmla="*/ 365471 h 394137"/>
                      <a:gd name="connsiteX6" fmla="*/ 314254 w 1204541"/>
                      <a:gd name="connsiteY6" fmla="*/ 388140 h 394137"/>
                      <a:gd name="connsiteX7" fmla="*/ 366610 w 1204541"/>
                      <a:gd name="connsiteY7" fmla="*/ 392938 h 394137"/>
                      <a:gd name="connsiteX8" fmla="*/ 418966 w 1204541"/>
                      <a:gd name="connsiteY8" fmla="*/ 391439 h 394137"/>
                      <a:gd name="connsiteX9" fmla="*/ 471322 w 1204541"/>
                      <a:gd name="connsiteY9" fmla="*/ 390839 h 394137"/>
                      <a:gd name="connsiteX10" fmla="*/ 523737 w 1204541"/>
                      <a:gd name="connsiteY10" fmla="*/ 393538 h 394137"/>
                      <a:gd name="connsiteX11" fmla="*/ 576093 w 1204541"/>
                      <a:gd name="connsiteY11" fmla="*/ 394138 h 394137"/>
                      <a:gd name="connsiteX12" fmla="*/ 628448 w 1204541"/>
                      <a:gd name="connsiteY12" fmla="*/ 392938 h 394137"/>
                      <a:gd name="connsiteX13" fmla="*/ 680804 w 1204541"/>
                      <a:gd name="connsiteY13" fmla="*/ 385801 h 394137"/>
                      <a:gd name="connsiteX14" fmla="*/ 733220 w 1204541"/>
                      <a:gd name="connsiteY14" fmla="*/ 384902 h 394137"/>
                      <a:gd name="connsiteX15" fmla="*/ 785576 w 1204541"/>
                      <a:gd name="connsiteY15" fmla="*/ 383402 h 394137"/>
                      <a:gd name="connsiteX16" fmla="*/ 837932 w 1204541"/>
                      <a:gd name="connsiteY16" fmla="*/ 342441 h 394137"/>
                      <a:gd name="connsiteX17" fmla="*/ 890287 w 1204541"/>
                      <a:gd name="connsiteY17" fmla="*/ 163304 h 394137"/>
                      <a:gd name="connsiteX18" fmla="*/ 942703 w 1204541"/>
                      <a:gd name="connsiteY18" fmla="*/ 105551 h 394137"/>
                      <a:gd name="connsiteX19" fmla="*/ 995059 w 1204541"/>
                      <a:gd name="connsiteY19" fmla="*/ 103152 h 394137"/>
                      <a:gd name="connsiteX20" fmla="*/ 1047414 w 1204541"/>
                      <a:gd name="connsiteY20" fmla="*/ 102013 h 394137"/>
                      <a:gd name="connsiteX21" fmla="*/ 1099770 w 1204541"/>
                      <a:gd name="connsiteY21" fmla="*/ 84921 h 394137"/>
                      <a:gd name="connsiteX22" fmla="*/ 1152186 w 1204541"/>
                      <a:gd name="connsiteY22" fmla="*/ 60992 h 394137"/>
                      <a:gd name="connsiteX23" fmla="*/ 1204542 w 1204541"/>
                      <a:gd name="connsiteY23" fmla="*/ 26628 h 3941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541" h="394137">
                        <a:moveTo>
                          <a:pt x="0" y="13194"/>
                        </a:moveTo>
                        <a:lnTo>
                          <a:pt x="52356" y="8996"/>
                        </a:lnTo>
                        <a:lnTo>
                          <a:pt x="104771" y="0"/>
                        </a:lnTo>
                        <a:lnTo>
                          <a:pt x="157127" y="6597"/>
                        </a:lnTo>
                        <a:lnTo>
                          <a:pt x="209483" y="7497"/>
                        </a:lnTo>
                        <a:lnTo>
                          <a:pt x="261838" y="365471"/>
                        </a:lnTo>
                        <a:lnTo>
                          <a:pt x="314254" y="388140"/>
                        </a:lnTo>
                        <a:lnTo>
                          <a:pt x="366610" y="392938"/>
                        </a:lnTo>
                        <a:lnTo>
                          <a:pt x="418966" y="391439"/>
                        </a:lnTo>
                        <a:lnTo>
                          <a:pt x="471322" y="390839"/>
                        </a:lnTo>
                        <a:lnTo>
                          <a:pt x="523737" y="393538"/>
                        </a:lnTo>
                        <a:lnTo>
                          <a:pt x="576093" y="394138"/>
                        </a:lnTo>
                        <a:lnTo>
                          <a:pt x="628448" y="392938"/>
                        </a:lnTo>
                        <a:lnTo>
                          <a:pt x="680804" y="385801"/>
                        </a:lnTo>
                        <a:lnTo>
                          <a:pt x="733220" y="384902"/>
                        </a:lnTo>
                        <a:lnTo>
                          <a:pt x="785576" y="383402"/>
                        </a:lnTo>
                        <a:lnTo>
                          <a:pt x="837932" y="342441"/>
                        </a:lnTo>
                        <a:lnTo>
                          <a:pt x="890287" y="163304"/>
                        </a:lnTo>
                        <a:lnTo>
                          <a:pt x="942703" y="105551"/>
                        </a:lnTo>
                        <a:lnTo>
                          <a:pt x="995059" y="103152"/>
                        </a:lnTo>
                        <a:lnTo>
                          <a:pt x="1047414" y="102013"/>
                        </a:lnTo>
                        <a:lnTo>
                          <a:pt x="1099770" y="84921"/>
                        </a:lnTo>
                        <a:lnTo>
                          <a:pt x="1152186" y="60992"/>
                        </a:lnTo>
                        <a:lnTo>
                          <a:pt x="1204542" y="26628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9" name="Freeform 188">
                    <a:extLst>
                      <a:ext uri="{FF2B5EF4-FFF2-40B4-BE49-F238E27FC236}">
                        <a16:creationId xmlns:a16="http://schemas.microsoft.com/office/drawing/2014/main" id="{F1FE4BFC-FA6C-6C1E-C8AC-46052B0CD3A1}"/>
                      </a:ext>
                    </a:extLst>
                  </p:cNvPr>
                  <p:cNvSpPr/>
                  <p:nvPr/>
                </p:nvSpPr>
                <p:spPr>
                  <a:xfrm>
                    <a:off x="7887813" y="2257965"/>
                    <a:ext cx="1204541" cy="69387"/>
                  </a:xfrm>
                  <a:custGeom>
                    <a:avLst/>
                    <a:gdLst>
                      <a:gd name="connsiteX0" fmla="*/ 0 w 1204541"/>
                      <a:gd name="connsiteY0" fmla="*/ 4198 h 69387"/>
                      <a:gd name="connsiteX1" fmla="*/ 52356 w 1204541"/>
                      <a:gd name="connsiteY1" fmla="*/ 300 h 69387"/>
                      <a:gd name="connsiteX2" fmla="*/ 104771 w 1204541"/>
                      <a:gd name="connsiteY2" fmla="*/ 0 h 69387"/>
                      <a:gd name="connsiteX3" fmla="*/ 157127 w 1204541"/>
                      <a:gd name="connsiteY3" fmla="*/ 2699 h 69387"/>
                      <a:gd name="connsiteX4" fmla="*/ 209483 w 1204541"/>
                      <a:gd name="connsiteY4" fmla="*/ 60692 h 69387"/>
                      <a:gd name="connsiteX5" fmla="*/ 261838 w 1204541"/>
                      <a:gd name="connsiteY5" fmla="*/ 69088 h 69387"/>
                      <a:gd name="connsiteX6" fmla="*/ 314254 w 1204541"/>
                      <a:gd name="connsiteY6" fmla="*/ 69388 h 69387"/>
                      <a:gd name="connsiteX7" fmla="*/ 366610 w 1204541"/>
                      <a:gd name="connsiteY7" fmla="*/ 69388 h 69387"/>
                      <a:gd name="connsiteX8" fmla="*/ 418966 w 1204541"/>
                      <a:gd name="connsiteY8" fmla="*/ 69388 h 69387"/>
                      <a:gd name="connsiteX9" fmla="*/ 471322 w 1204541"/>
                      <a:gd name="connsiteY9" fmla="*/ 69388 h 69387"/>
                      <a:gd name="connsiteX10" fmla="*/ 523737 w 1204541"/>
                      <a:gd name="connsiteY10" fmla="*/ 69388 h 69387"/>
                      <a:gd name="connsiteX11" fmla="*/ 576093 w 1204541"/>
                      <a:gd name="connsiteY11" fmla="*/ 69388 h 69387"/>
                      <a:gd name="connsiteX12" fmla="*/ 628448 w 1204541"/>
                      <a:gd name="connsiteY12" fmla="*/ 69388 h 69387"/>
                      <a:gd name="connsiteX13" fmla="*/ 680804 w 1204541"/>
                      <a:gd name="connsiteY13" fmla="*/ 69388 h 69387"/>
                      <a:gd name="connsiteX14" fmla="*/ 733220 w 1204541"/>
                      <a:gd name="connsiteY14" fmla="*/ 69388 h 69387"/>
                      <a:gd name="connsiteX15" fmla="*/ 785576 w 1204541"/>
                      <a:gd name="connsiteY15" fmla="*/ 69388 h 69387"/>
                      <a:gd name="connsiteX16" fmla="*/ 837932 w 1204541"/>
                      <a:gd name="connsiteY16" fmla="*/ 69388 h 69387"/>
                      <a:gd name="connsiteX17" fmla="*/ 890287 w 1204541"/>
                      <a:gd name="connsiteY17" fmla="*/ 33224 h 69387"/>
                      <a:gd name="connsiteX18" fmla="*/ 942703 w 1204541"/>
                      <a:gd name="connsiteY18" fmla="*/ 32925 h 69387"/>
                      <a:gd name="connsiteX19" fmla="*/ 995059 w 1204541"/>
                      <a:gd name="connsiteY19" fmla="*/ 32625 h 69387"/>
                      <a:gd name="connsiteX20" fmla="*/ 1047414 w 1204541"/>
                      <a:gd name="connsiteY20" fmla="*/ 32025 h 69387"/>
                      <a:gd name="connsiteX21" fmla="*/ 1099770 w 1204541"/>
                      <a:gd name="connsiteY21" fmla="*/ 23329 h 69387"/>
                      <a:gd name="connsiteX22" fmla="*/ 1152186 w 1204541"/>
                      <a:gd name="connsiteY22" fmla="*/ 16732 h 69387"/>
                      <a:gd name="connsiteX23" fmla="*/ 1204542 w 1204541"/>
                      <a:gd name="connsiteY23" fmla="*/ 9596 h 693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541" h="69387">
                        <a:moveTo>
                          <a:pt x="0" y="4198"/>
                        </a:moveTo>
                        <a:lnTo>
                          <a:pt x="52356" y="300"/>
                        </a:lnTo>
                        <a:lnTo>
                          <a:pt x="104771" y="0"/>
                        </a:lnTo>
                        <a:lnTo>
                          <a:pt x="157127" y="2699"/>
                        </a:lnTo>
                        <a:lnTo>
                          <a:pt x="209483" y="60692"/>
                        </a:lnTo>
                        <a:lnTo>
                          <a:pt x="261838" y="69088"/>
                        </a:lnTo>
                        <a:lnTo>
                          <a:pt x="314254" y="69388"/>
                        </a:lnTo>
                        <a:lnTo>
                          <a:pt x="366610" y="69388"/>
                        </a:lnTo>
                        <a:lnTo>
                          <a:pt x="418966" y="69388"/>
                        </a:lnTo>
                        <a:lnTo>
                          <a:pt x="471322" y="69388"/>
                        </a:lnTo>
                        <a:lnTo>
                          <a:pt x="523737" y="69388"/>
                        </a:lnTo>
                        <a:lnTo>
                          <a:pt x="576093" y="69388"/>
                        </a:lnTo>
                        <a:lnTo>
                          <a:pt x="628448" y="69388"/>
                        </a:lnTo>
                        <a:lnTo>
                          <a:pt x="680804" y="69388"/>
                        </a:lnTo>
                        <a:lnTo>
                          <a:pt x="733220" y="69388"/>
                        </a:lnTo>
                        <a:lnTo>
                          <a:pt x="785576" y="69388"/>
                        </a:lnTo>
                        <a:lnTo>
                          <a:pt x="837932" y="69388"/>
                        </a:lnTo>
                        <a:lnTo>
                          <a:pt x="890287" y="33224"/>
                        </a:lnTo>
                        <a:lnTo>
                          <a:pt x="942703" y="32925"/>
                        </a:lnTo>
                        <a:lnTo>
                          <a:pt x="995059" y="32625"/>
                        </a:lnTo>
                        <a:lnTo>
                          <a:pt x="1047414" y="32025"/>
                        </a:lnTo>
                        <a:lnTo>
                          <a:pt x="1099770" y="23329"/>
                        </a:lnTo>
                        <a:lnTo>
                          <a:pt x="1152186" y="16732"/>
                        </a:lnTo>
                        <a:lnTo>
                          <a:pt x="1204542" y="9596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>
                        <a:alpha val="40000"/>
                      </a:srgb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329" name="Group 328">
                <a:extLst>
                  <a:ext uri="{FF2B5EF4-FFF2-40B4-BE49-F238E27FC236}">
                    <a16:creationId xmlns:a16="http://schemas.microsoft.com/office/drawing/2014/main" id="{089D94E9-AA44-B87A-A444-BC40EDBB1791}"/>
                  </a:ext>
                </a:extLst>
              </p:cNvPr>
              <p:cNvGrpSpPr/>
              <p:nvPr/>
            </p:nvGrpSpPr>
            <p:grpSpPr>
              <a:xfrm>
                <a:off x="4934022" y="5039833"/>
                <a:ext cx="6130928" cy="1141071"/>
                <a:chOff x="4934022" y="5001210"/>
                <a:chExt cx="6130928" cy="1179884"/>
              </a:xfrm>
            </p:grpSpPr>
            <p:grpSp>
              <p:nvGrpSpPr>
                <p:cNvPr id="146" name="Graphic 205">
                  <a:extLst>
                    <a:ext uri="{FF2B5EF4-FFF2-40B4-BE49-F238E27FC236}">
                      <a16:creationId xmlns:a16="http://schemas.microsoft.com/office/drawing/2014/main" id="{C38E199E-EEFE-A774-3DBB-5941DEF37242}"/>
                    </a:ext>
                  </a:extLst>
                </p:cNvPr>
                <p:cNvGrpSpPr/>
                <p:nvPr/>
              </p:nvGrpSpPr>
              <p:grpSpPr>
                <a:xfrm>
                  <a:off x="4934022" y="5015744"/>
                  <a:ext cx="999080" cy="1165350"/>
                  <a:chOff x="1700958" y="2618818"/>
                  <a:chExt cx="1204482" cy="1202143"/>
                </a:xfrm>
                <a:noFill/>
              </p:grpSpPr>
              <p:sp>
                <p:nvSpPr>
                  <p:cNvPr id="310" name="Freeform 309">
                    <a:extLst>
                      <a:ext uri="{FF2B5EF4-FFF2-40B4-BE49-F238E27FC236}">
                        <a16:creationId xmlns:a16="http://schemas.microsoft.com/office/drawing/2014/main" id="{D918AD1B-BA37-E854-2AC8-F8D0D504E380}"/>
                      </a:ext>
                    </a:extLst>
                  </p:cNvPr>
                  <p:cNvSpPr/>
                  <p:nvPr/>
                </p:nvSpPr>
                <p:spPr>
                  <a:xfrm>
                    <a:off x="1700958" y="3814964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13" name="Freeform 312">
                    <a:extLst>
                      <a:ext uri="{FF2B5EF4-FFF2-40B4-BE49-F238E27FC236}">
                        <a16:creationId xmlns:a16="http://schemas.microsoft.com/office/drawing/2014/main" id="{48F254EC-151E-2232-3D52-5603B4A3FC48}"/>
                      </a:ext>
                    </a:extLst>
                  </p:cNvPr>
                  <p:cNvSpPr/>
                  <p:nvPr/>
                </p:nvSpPr>
                <p:spPr>
                  <a:xfrm>
                    <a:off x="1700958" y="3515943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14" name="Freeform 313">
                    <a:extLst>
                      <a:ext uri="{FF2B5EF4-FFF2-40B4-BE49-F238E27FC236}">
                        <a16:creationId xmlns:a16="http://schemas.microsoft.com/office/drawing/2014/main" id="{49AA0BFD-9540-C824-8048-C005A3C52B3F}"/>
                      </a:ext>
                    </a:extLst>
                  </p:cNvPr>
                  <p:cNvSpPr/>
                  <p:nvPr/>
                </p:nvSpPr>
                <p:spPr>
                  <a:xfrm>
                    <a:off x="1700958" y="3216861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15" name="Freeform 314">
                    <a:extLst>
                      <a:ext uri="{FF2B5EF4-FFF2-40B4-BE49-F238E27FC236}">
                        <a16:creationId xmlns:a16="http://schemas.microsoft.com/office/drawing/2014/main" id="{0417D04C-64FA-6681-739B-1D4977135FB0}"/>
                      </a:ext>
                    </a:extLst>
                  </p:cNvPr>
                  <p:cNvSpPr/>
                  <p:nvPr/>
                </p:nvSpPr>
                <p:spPr>
                  <a:xfrm>
                    <a:off x="1700958" y="2917840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16" name="Freeform 315">
                    <a:extLst>
                      <a:ext uri="{FF2B5EF4-FFF2-40B4-BE49-F238E27FC236}">
                        <a16:creationId xmlns:a16="http://schemas.microsoft.com/office/drawing/2014/main" id="{F02E2AA3-9AC5-ED0A-64F4-3DEE8C5BB5A7}"/>
                      </a:ext>
                    </a:extLst>
                  </p:cNvPr>
                  <p:cNvSpPr/>
                  <p:nvPr/>
                </p:nvSpPr>
                <p:spPr>
                  <a:xfrm>
                    <a:off x="1700958" y="2618818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17" name="Freeform 316">
                    <a:extLst>
                      <a:ext uri="{FF2B5EF4-FFF2-40B4-BE49-F238E27FC236}">
                        <a16:creationId xmlns:a16="http://schemas.microsoft.com/office/drawing/2014/main" id="{E235FF75-E75C-1010-9201-382447006C7B}"/>
                      </a:ext>
                    </a:extLst>
                  </p:cNvPr>
                  <p:cNvSpPr/>
                  <p:nvPr/>
                </p:nvSpPr>
                <p:spPr>
                  <a:xfrm>
                    <a:off x="1700958" y="2975233"/>
                    <a:ext cx="1204482" cy="590006"/>
                  </a:xfrm>
                  <a:custGeom>
                    <a:avLst/>
                    <a:gdLst>
                      <a:gd name="connsiteX0" fmla="*/ 0 w 1204482"/>
                      <a:gd name="connsiteY0" fmla="*/ 62191 h 590006"/>
                      <a:gd name="connsiteX1" fmla="*/ 52356 w 1204482"/>
                      <a:gd name="connsiteY1" fmla="*/ 48457 h 590006"/>
                      <a:gd name="connsiteX2" fmla="*/ 104712 w 1204482"/>
                      <a:gd name="connsiteY2" fmla="*/ 14093 h 590006"/>
                      <a:gd name="connsiteX3" fmla="*/ 157127 w 1204482"/>
                      <a:gd name="connsiteY3" fmla="*/ 0 h 590006"/>
                      <a:gd name="connsiteX4" fmla="*/ 209483 w 1204482"/>
                      <a:gd name="connsiteY4" fmla="*/ 300 h 590006"/>
                      <a:gd name="connsiteX5" fmla="*/ 261839 w 1204482"/>
                      <a:gd name="connsiteY5" fmla="*/ 410630 h 590006"/>
                      <a:gd name="connsiteX6" fmla="*/ 314195 w 1204482"/>
                      <a:gd name="connsiteY6" fmla="*/ 529315 h 590006"/>
                      <a:gd name="connsiteX7" fmla="*/ 366610 w 1204482"/>
                      <a:gd name="connsiteY7" fmla="*/ 549345 h 590006"/>
                      <a:gd name="connsiteX8" fmla="*/ 418966 w 1204482"/>
                      <a:gd name="connsiteY8" fmla="*/ 565538 h 590006"/>
                      <a:gd name="connsiteX9" fmla="*/ 471322 w 1204482"/>
                      <a:gd name="connsiteY9" fmla="*/ 575973 h 590006"/>
                      <a:gd name="connsiteX10" fmla="*/ 523677 w 1204482"/>
                      <a:gd name="connsiteY10" fmla="*/ 580471 h 590006"/>
                      <a:gd name="connsiteX11" fmla="*/ 576033 w 1204482"/>
                      <a:gd name="connsiteY11" fmla="*/ 590007 h 590006"/>
                      <a:gd name="connsiteX12" fmla="*/ 628449 w 1204482"/>
                      <a:gd name="connsiteY12" fmla="*/ 582870 h 590006"/>
                      <a:gd name="connsiteX13" fmla="*/ 680805 w 1204482"/>
                      <a:gd name="connsiteY13" fmla="*/ 577472 h 590006"/>
                      <a:gd name="connsiteX14" fmla="*/ 733160 w 1204482"/>
                      <a:gd name="connsiteY14" fmla="*/ 574774 h 590006"/>
                      <a:gd name="connsiteX15" fmla="*/ 785516 w 1204482"/>
                      <a:gd name="connsiteY15" fmla="*/ 556542 h 590006"/>
                      <a:gd name="connsiteX16" fmla="*/ 837932 w 1204482"/>
                      <a:gd name="connsiteY16" fmla="*/ 493151 h 590006"/>
                      <a:gd name="connsiteX17" fmla="*/ 890288 w 1204482"/>
                      <a:gd name="connsiteY17" fmla="*/ 278451 h 590006"/>
                      <a:gd name="connsiteX18" fmla="*/ 942643 w 1204482"/>
                      <a:gd name="connsiteY18" fmla="*/ 209063 h 590006"/>
                      <a:gd name="connsiteX19" fmla="*/ 994999 w 1204482"/>
                      <a:gd name="connsiteY19" fmla="*/ 190232 h 590006"/>
                      <a:gd name="connsiteX20" fmla="*/ 1047415 w 1204482"/>
                      <a:gd name="connsiteY20" fmla="*/ 186634 h 590006"/>
                      <a:gd name="connsiteX21" fmla="*/ 1099771 w 1204482"/>
                      <a:gd name="connsiteY21" fmla="*/ 157607 h 590006"/>
                      <a:gd name="connsiteX22" fmla="*/ 1152126 w 1204482"/>
                      <a:gd name="connsiteY22" fmla="*/ 117845 h 590006"/>
                      <a:gd name="connsiteX23" fmla="*/ 1204482 w 1204482"/>
                      <a:gd name="connsiteY23" fmla="*/ 76285 h 5900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482" h="590006">
                        <a:moveTo>
                          <a:pt x="0" y="62191"/>
                        </a:moveTo>
                        <a:lnTo>
                          <a:pt x="52356" y="48457"/>
                        </a:lnTo>
                        <a:lnTo>
                          <a:pt x="104712" y="14093"/>
                        </a:lnTo>
                        <a:lnTo>
                          <a:pt x="157127" y="0"/>
                        </a:lnTo>
                        <a:lnTo>
                          <a:pt x="209483" y="300"/>
                        </a:lnTo>
                        <a:lnTo>
                          <a:pt x="261839" y="410630"/>
                        </a:lnTo>
                        <a:lnTo>
                          <a:pt x="314195" y="529315"/>
                        </a:lnTo>
                        <a:lnTo>
                          <a:pt x="366610" y="549345"/>
                        </a:lnTo>
                        <a:lnTo>
                          <a:pt x="418966" y="565538"/>
                        </a:lnTo>
                        <a:lnTo>
                          <a:pt x="471322" y="575973"/>
                        </a:lnTo>
                        <a:lnTo>
                          <a:pt x="523677" y="580471"/>
                        </a:lnTo>
                        <a:lnTo>
                          <a:pt x="576033" y="590007"/>
                        </a:lnTo>
                        <a:lnTo>
                          <a:pt x="628449" y="582870"/>
                        </a:lnTo>
                        <a:lnTo>
                          <a:pt x="680805" y="577472"/>
                        </a:lnTo>
                        <a:lnTo>
                          <a:pt x="733160" y="574774"/>
                        </a:lnTo>
                        <a:lnTo>
                          <a:pt x="785516" y="556542"/>
                        </a:lnTo>
                        <a:lnTo>
                          <a:pt x="837932" y="493151"/>
                        </a:lnTo>
                        <a:lnTo>
                          <a:pt x="890288" y="278451"/>
                        </a:lnTo>
                        <a:lnTo>
                          <a:pt x="942643" y="209063"/>
                        </a:lnTo>
                        <a:lnTo>
                          <a:pt x="994999" y="190232"/>
                        </a:lnTo>
                        <a:lnTo>
                          <a:pt x="1047415" y="186634"/>
                        </a:lnTo>
                        <a:lnTo>
                          <a:pt x="1099771" y="157607"/>
                        </a:lnTo>
                        <a:lnTo>
                          <a:pt x="1152126" y="117845"/>
                        </a:lnTo>
                        <a:lnTo>
                          <a:pt x="1204482" y="76285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19" name="Freeform 318">
                    <a:extLst>
                      <a:ext uri="{FF2B5EF4-FFF2-40B4-BE49-F238E27FC236}">
                        <a16:creationId xmlns:a16="http://schemas.microsoft.com/office/drawing/2014/main" id="{E92D00B6-38EA-930E-452C-9BF16AE72548}"/>
                      </a:ext>
                    </a:extLst>
                  </p:cNvPr>
                  <p:cNvSpPr/>
                  <p:nvPr/>
                </p:nvSpPr>
                <p:spPr>
                  <a:xfrm>
                    <a:off x="1700958" y="3652259"/>
                    <a:ext cx="1204482" cy="154008"/>
                  </a:xfrm>
                  <a:custGeom>
                    <a:avLst/>
                    <a:gdLst>
                      <a:gd name="connsiteX0" fmla="*/ 0 w 1204482"/>
                      <a:gd name="connsiteY0" fmla="*/ 17092 h 154008"/>
                      <a:gd name="connsiteX1" fmla="*/ 52356 w 1204482"/>
                      <a:gd name="connsiteY1" fmla="*/ 8096 h 154008"/>
                      <a:gd name="connsiteX2" fmla="*/ 104712 w 1204482"/>
                      <a:gd name="connsiteY2" fmla="*/ 3898 h 154008"/>
                      <a:gd name="connsiteX3" fmla="*/ 157127 w 1204482"/>
                      <a:gd name="connsiteY3" fmla="*/ 0 h 154008"/>
                      <a:gd name="connsiteX4" fmla="*/ 209483 w 1204482"/>
                      <a:gd name="connsiteY4" fmla="*/ 3598 h 154008"/>
                      <a:gd name="connsiteX5" fmla="*/ 261839 w 1204482"/>
                      <a:gd name="connsiteY5" fmla="*/ 143274 h 154008"/>
                      <a:gd name="connsiteX6" fmla="*/ 314195 w 1204482"/>
                      <a:gd name="connsiteY6" fmla="*/ 148371 h 154008"/>
                      <a:gd name="connsiteX7" fmla="*/ 366610 w 1204482"/>
                      <a:gd name="connsiteY7" fmla="*/ 150470 h 154008"/>
                      <a:gd name="connsiteX8" fmla="*/ 418966 w 1204482"/>
                      <a:gd name="connsiteY8" fmla="*/ 151970 h 154008"/>
                      <a:gd name="connsiteX9" fmla="*/ 471322 w 1204482"/>
                      <a:gd name="connsiteY9" fmla="*/ 153409 h 154008"/>
                      <a:gd name="connsiteX10" fmla="*/ 523677 w 1204482"/>
                      <a:gd name="connsiteY10" fmla="*/ 154009 h 154008"/>
                      <a:gd name="connsiteX11" fmla="*/ 576033 w 1204482"/>
                      <a:gd name="connsiteY11" fmla="*/ 153709 h 154008"/>
                      <a:gd name="connsiteX12" fmla="*/ 628449 w 1204482"/>
                      <a:gd name="connsiteY12" fmla="*/ 153409 h 154008"/>
                      <a:gd name="connsiteX13" fmla="*/ 680805 w 1204482"/>
                      <a:gd name="connsiteY13" fmla="*/ 153109 h 154008"/>
                      <a:gd name="connsiteX14" fmla="*/ 733160 w 1204482"/>
                      <a:gd name="connsiteY14" fmla="*/ 151970 h 154008"/>
                      <a:gd name="connsiteX15" fmla="*/ 785516 w 1204482"/>
                      <a:gd name="connsiteY15" fmla="*/ 147772 h 154008"/>
                      <a:gd name="connsiteX16" fmla="*/ 837932 w 1204482"/>
                      <a:gd name="connsiteY16" fmla="*/ 139076 h 154008"/>
                      <a:gd name="connsiteX17" fmla="*/ 890288 w 1204482"/>
                      <a:gd name="connsiteY17" fmla="*/ 74186 h 154008"/>
                      <a:gd name="connsiteX18" fmla="*/ 942643 w 1204482"/>
                      <a:gd name="connsiteY18" fmla="*/ 72986 h 154008"/>
                      <a:gd name="connsiteX19" fmla="*/ 994999 w 1204482"/>
                      <a:gd name="connsiteY19" fmla="*/ 69388 h 154008"/>
                      <a:gd name="connsiteX20" fmla="*/ 1047415 w 1204482"/>
                      <a:gd name="connsiteY20" fmla="*/ 66389 h 154008"/>
                      <a:gd name="connsiteX21" fmla="*/ 1099771 w 1204482"/>
                      <a:gd name="connsiteY21" fmla="*/ 55354 h 154008"/>
                      <a:gd name="connsiteX22" fmla="*/ 1152126 w 1204482"/>
                      <a:gd name="connsiteY22" fmla="*/ 43120 h 154008"/>
                      <a:gd name="connsiteX23" fmla="*/ 1204482 w 1204482"/>
                      <a:gd name="connsiteY23" fmla="*/ 28727 h 1540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482" h="154008">
                        <a:moveTo>
                          <a:pt x="0" y="17092"/>
                        </a:moveTo>
                        <a:lnTo>
                          <a:pt x="52356" y="8096"/>
                        </a:lnTo>
                        <a:lnTo>
                          <a:pt x="104712" y="3898"/>
                        </a:lnTo>
                        <a:lnTo>
                          <a:pt x="157127" y="0"/>
                        </a:lnTo>
                        <a:lnTo>
                          <a:pt x="209483" y="3598"/>
                        </a:lnTo>
                        <a:lnTo>
                          <a:pt x="261839" y="143274"/>
                        </a:lnTo>
                        <a:lnTo>
                          <a:pt x="314195" y="148371"/>
                        </a:lnTo>
                        <a:lnTo>
                          <a:pt x="366610" y="150470"/>
                        </a:lnTo>
                        <a:lnTo>
                          <a:pt x="418966" y="151970"/>
                        </a:lnTo>
                        <a:lnTo>
                          <a:pt x="471322" y="153409"/>
                        </a:lnTo>
                        <a:lnTo>
                          <a:pt x="523677" y="154009"/>
                        </a:lnTo>
                        <a:lnTo>
                          <a:pt x="576033" y="153709"/>
                        </a:lnTo>
                        <a:lnTo>
                          <a:pt x="628449" y="153409"/>
                        </a:lnTo>
                        <a:lnTo>
                          <a:pt x="680805" y="153109"/>
                        </a:lnTo>
                        <a:lnTo>
                          <a:pt x="733160" y="151970"/>
                        </a:lnTo>
                        <a:lnTo>
                          <a:pt x="785516" y="147772"/>
                        </a:lnTo>
                        <a:lnTo>
                          <a:pt x="837932" y="139076"/>
                        </a:lnTo>
                        <a:lnTo>
                          <a:pt x="890288" y="74186"/>
                        </a:lnTo>
                        <a:lnTo>
                          <a:pt x="942643" y="72986"/>
                        </a:lnTo>
                        <a:lnTo>
                          <a:pt x="994999" y="69388"/>
                        </a:lnTo>
                        <a:lnTo>
                          <a:pt x="1047415" y="66389"/>
                        </a:lnTo>
                        <a:lnTo>
                          <a:pt x="1099771" y="55354"/>
                        </a:lnTo>
                        <a:lnTo>
                          <a:pt x="1152126" y="43120"/>
                        </a:lnTo>
                        <a:lnTo>
                          <a:pt x="1204482" y="28727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>
                        <a:alpha val="40000"/>
                      </a:srgb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48" name="Graphic 205">
                  <a:extLst>
                    <a:ext uri="{FF2B5EF4-FFF2-40B4-BE49-F238E27FC236}">
                      <a16:creationId xmlns:a16="http://schemas.microsoft.com/office/drawing/2014/main" id="{F3CD88A3-4F82-AAA8-0151-CE35A1940333}"/>
                    </a:ext>
                  </a:extLst>
                </p:cNvPr>
                <p:cNvGrpSpPr/>
                <p:nvPr/>
              </p:nvGrpSpPr>
              <p:grpSpPr>
                <a:xfrm>
                  <a:off x="5960362" y="5015744"/>
                  <a:ext cx="999129" cy="1165350"/>
                  <a:chOff x="2938305" y="2618818"/>
                  <a:chExt cx="1204542" cy="1202143"/>
                </a:xfrm>
                <a:noFill/>
              </p:grpSpPr>
              <p:sp>
                <p:nvSpPr>
                  <p:cNvPr id="243" name="Freeform 242">
                    <a:extLst>
                      <a:ext uri="{FF2B5EF4-FFF2-40B4-BE49-F238E27FC236}">
                        <a16:creationId xmlns:a16="http://schemas.microsoft.com/office/drawing/2014/main" id="{64E6ADF1-8242-4E2E-7F01-DE397A03CD10}"/>
                      </a:ext>
                    </a:extLst>
                  </p:cNvPr>
                  <p:cNvSpPr/>
                  <p:nvPr/>
                </p:nvSpPr>
                <p:spPr>
                  <a:xfrm>
                    <a:off x="2938305" y="3814964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4" name="Freeform 243">
                    <a:extLst>
                      <a:ext uri="{FF2B5EF4-FFF2-40B4-BE49-F238E27FC236}">
                        <a16:creationId xmlns:a16="http://schemas.microsoft.com/office/drawing/2014/main" id="{32644D16-536A-EC52-A9B5-3626E07ABCFA}"/>
                      </a:ext>
                    </a:extLst>
                  </p:cNvPr>
                  <p:cNvSpPr/>
                  <p:nvPr/>
                </p:nvSpPr>
                <p:spPr>
                  <a:xfrm>
                    <a:off x="2938305" y="3515943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5" name="Freeform 244">
                    <a:extLst>
                      <a:ext uri="{FF2B5EF4-FFF2-40B4-BE49-F238E27FC236}">
                        <a16:creationId xmlns:a16="http://schemas.microsoft.com/office/drawing/2014/main" id="{5330D761-0506-86FA-E718-437BADE853FC}"/>
                      </a:ext>
                    </a:extLst>
                  </p:cNvPr>
                  <p:cNvSpPr/>
                  <p:nvPr/>
                </p:nvSpPr>
                <p:spPr>
                  <a:xfrm>
                    <a:off x="2938305" y="3216861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6" name="Freeform 245">
                    <a:extLst>
                      <a:ext uri="{FF2B5EF4-FFF2-40B4-BE49-F238E27FC236}">
                        <a16:creationId xmlns:a16="http://schemas.microsoft.com/office/drawing/2014/main" id="{582CF327-6047-194A-F825-3B714EBD3F9D}"/>
                      </a:ext>
                    </a:extLst>
                  </p:cNvPr>
                  <p:cNvSpPr/>
                  <p:nvPr/>
                </p:nvSpPr>
                <p:spPr>
                  <a:xfrm>
                    <a:off x="2938305" y="2917840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7" name="Freeform 246">
                    <a:extLst>
                      <a:ext uri="{FF2B5EF4-FFF2-40B4-BE49-F238E27FC236}">
                        <a16:creationId xmlns:a16="http://schemas.microsoft.com/office/drawing/2014/main" id="{25972EF2-541A-5ECE-BBFC-DD40FA50528C}"/>
                      </a:ext>
                    </a:extLst>
                  </p:cNvPr>
                  <p:cNvSpPr/>
                  <p:nvPr/>
                </p:nvSpPr>
                <p:spPr>
                  <a:xfrm>
                    <a:off x="2938305" y="2618818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48" name="Freeform 247">
                    <a:extLst>
                      <a:ext uri="{FF2B5EF4-FFF2-40B4-BE49-F238E27FC236}">
                        <a16:creationId xmlns:a16="http://schemas.microsoft.com/office/drawing/2014/main" id="{FEBDB54A-75EB-DABC-B097-A874260B61D0}"/>
                      </a:ext>
                    </a:extLst>
                  </p:cNvPr>
                  <p:cNvSpPr/>
                  <p:nvPr/>
                </p:nvSpPr>
                <p:spPr>
                  <a:xfrm>
                    <a:off x="2938305" y="2636450"/>
                    <a:ext cx="1204542" cy="719486"/>
                  </a:xfrm>
                  <a:custGeom>
                    <a:avLst/>
                    <a:gdLst>
                      <a:gd name="connsiteX0" fmla="*/ 0 w 1204542"/>
                      <a:gd name="connsiteY0" fmla="*/ 98055 h 719486"/>
                      <a:gd name="connsiteX1" fmla="*/ 52416 w 1204542"/>
                      <a:gd name="connsiteY1" fmla="*/ 43060 h 719486"/>
                      <a:gd name="connsiteX2" fmla="*/ 104772 w 1204542"/>
                      <a:gd name="connsiteY2" fmla="*/ 12234 h 719486"/>
                      <a:gd name="connsiteX3" fmla="*/ 157127 w 1204542"/>
                      <a:gd name="connsiteY3" fmla="*/ 11335 h 719486"/>
                      <a:gd name="connsiteX4" fmla="*/ 209483 w 1204542"/>
                      <a:gd name="connsiteY4" fmla="*/ 0 h 719486"/>
                      <a:gd name="connsiteX5" fmla="*/ 261899 w 1204542"/>
                      <a:gd name="connsiteY5" fmla="*/ 319952 h 719486"/>
                      <a:gd name="connsiteX6" fmla="*/ 314255 w 1204542"/>
                      <a:gd name="connsiteY6" fmla="*/ 619033 h 719486"/>
                      <a:gd name="connsiteX7" fmla="*/ 366610 w 1204542"/>
                      <a:gd name="connsiteY7" fmla="*/ 688961 h 719486"/>
                      <a:gd name="connsiteX8" fmla="*/ 418966 w 1204542"/>
                      <a:gd name="connsiteY8" fmla="*/ 704254 h 719486"/>
                      <a:gd name="connsiteX9" fmla="*/ 471322 w 1204542"/>
                      <a:gd name="connsiteY9" fmla="*/ 709292 h 719486"/>
                      <a:gd name="connsiteX10" fmla="*/ 523737 w 1204542"/>
                      <a:gd name="connsiteY10" fmla="*/ 719487 h 719486"/>
                      <a:gd name="connsiteX11" fmla="*/ 576093 w 1204542"/>
                      <a:gd name="connsiteY11" fmla="*/ 718887 h 719486"/>
                      <a:gd name="connsiteX12" fmla="*/ 628449 w 1204542"/>
                      <a:gd name="connsiteY12" fmla="*/ 710491 h 719486"/>
                      <a:gd name="connsiteX13" fmla="*/ 680805 w 1204542"/>
                      <a:gd name="connsiteY13" fmla="*/ 694958 h 719486"/>
                      <a:gd name="connsiteX14" fmla="*/ 733220 w 1204542"/>
                      <a:gd name="connsiteY14" fmla="*/ 666531 h 719486"/>
                      <a:gd name="connsiteX15" fmla="*/ 785576 w 1204542"/>
                      <a:gd name="connsiteY15" fmla="*/ 615135 h 719486"/>
                      <a:gd name="connsiteX16" fmla="*/ 837932 w 1204542"/>
                      <a:gd name="connsiteY16" fmla="*/ 503587 h 719486"/>
                      <a:gd name="connsiteX17" fmla="*/ 890288 w 1204542"/>
                      <a:gd name="connsiteY17" fmla="*/ 341482 h 719486"/>
                      <a:gd name="connsiteX18" fmla="*/ 942703 w 1204542"/>
                      <a:gd name="connsiteY18" fmla="*/ 268796 h 719486"/>
                      <a:gd name="connsiteX19" fmla="*/ 995059 w 1204542"/>
                      <a:gd name="connsiteY19" fmla="*/ 253263 h 719486"/>
                      <a:gd name="connsiteX20" fmla="*/ 1047415 w 1204542"/>
                      <a:gd name="connsiteY20" fmla="*/ 250264 h 719486"/>
                      <a:gd name="connsiteX21" fmla="*/ 1099771 w 1204542"/>
                      <a:gd name="connsiteY21" fmla="*/ 182376 h 719486"/>
                      <a:gd name="connsiteX22" fmla="*/ 1152186 w 1204542"/>
                      <a:gd name="connsiteY22" fmla="*/ 137516 h 719486"/>
                      <a:gd name="connsiteX23" fmla="*/ 1204542 w 1204542"/>
                      <a:gd name="connsiteY23" fmla="*/ 122583 h 7194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542" h="719486">
                        <a:moveTo>
                          <a:pt x="0" y="98055"/>
                        </a:moveTo>
                        <a:lnTo>
                          <a:pt x="52416" y="43060"/>
                        </a:lnTo>
                        <a:lnTo>
                          <a:pt x="104772" y="12234"/>
                        </a:lnTo>
                        <a:lnTo>
                          <a:pt x="157127" y="11335"/>
                        </a:lnTo>
                        <a:lnTo>
                          <a:pt x="209483" y="0"/>
                        </a:lnTo>
                        <a:lnTo>
                          <a:pt x="261899" y="319952"/>
                        </a:lnTo>
                        <a:lnTo>
                          <a:pt x="314255" y="619033"/>
                        </a:lnTo>
                        <a:lnTo>
                          <a:pt x="366610" y="688961"/>
                        </a:lnTo>
                        <a:lnTo>
                          <a:pt x="418966" y="704254"/>
                        </a:lnTo>
                        <a:lnTo>
                          <a:pt x="471322" y="709292"/>
                        </a:lnTo>
                        <a:lnTo>
                          <a:pt x="523737" y="719487"/>
                        </a:lnTo>
                        <a:lnTo>
                          <a:pt x="576093" y="718887"/>
                        </a:lnTo>
                        <a:lnTo>
                          <a:pt x="628449" y="710491"/>
                        </a:lnTo>
                        <a:lnTo>
                          <a:pt x="680805" y="694958"/>
                        </a:lnTo>
                        <a:lnTo>
                          <a:pt x="733220" y="666531"/>
                        </a:lnTo>
                        <a:lnTo>
                          <a:pt x="785576" y="615135"/>
                        </a:lnTo>
                        <a:lnTo>
                          <a:pt x="837932" y="503587"/>
                        </a:lnTo>
                        <a:lnTo>
                          <a:pt x="890288" y="341482"/>
                        </a:lnTo>
                        <a:lnTo>
                          <a:pt x="942703" y="268796"/>
                        </a:lnTo>
                        <a:lnTo>
                          <a:pt x="995059" y="253263"/>
                        </a:lnTo>
                        <a:lnTo>
                          <a:pt x="1047415" y="250264"/>
                        </a:lnTo>
                        <a:lnTo>
                          <a:pt x="1099771" y="182376"/>
                        </a:lnTo>
                        <a:lnTo>
                          <a:pt x="1152186" y="137516"/>
                        </a:lnTo>
                        <a:lnTo>
                          <a:pt x="1204542" y="122583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301" name="Freeform 300">
                    <a:extLst>
                      <a:ext uri="{FF2B5EF4-FFF2-40B4-BE49-F238E27FC236}">
                        <a16:creationId xmlns:a16="http://schemas.microsoft.com/office/drawing/2014/main" id="{D3CDDC04-CD52-788B-2DC3-B4617DF2114E}"/>
                      </a:ext>
                    </a:extLst>
                  </p:cNvPr>
                  <p:cNvSpPr/>
                  <p:nvPr/>
                </p:nvSpPr>
                <p:spPr>
                  <a:xfrm>
                    <a:off x="2938305" y="3537473"/>
                    <a:ext cx="1204542" cy="261358"/>
                  </a:xfrm>
                  <a:custGeom>
                    <a:avLst/>
                    <a:gdLst>
                      <a:gd name="connsiteX0" fmla="*/ 0 w 1204542"/>
                      <a:gd name="connsiteY0" fmla="*/ 52596 h 261358"/>
                      <a:gd name="connsiteX1" fmla="*/ 52416 w 1204542"/>
                      <a:gd name="connsiteY1" fmla="*/ 32565 h 261358"/>
                      <a:gd name="connsiteX2" fmla="*/ 104772 w 1204542"/>
                      <a:gd name="connsiteY2" fmla="*/ 15833 h 261358"/>
                      <a:gd name="connsiteX3" fmla="*/ 157127 w 1204542"/>
                      <a:gd name="connsiteY3" fmla="*/ 7137 h 261358"/>
                      <a:gd name="connsiteX4" fmla="*/ 209483 w 1204542"/>
                      <a:gd name="connsiteY4" fmla="*/ 0 h 261358"/>
                      <a:gd name="connsiteX5" fmla="*/ 261899 w 1204542"/>
                      <a:gd name="connsiteY5" fmla="*/ 206004 h 261358"/>
                      <a:gd name="connsiteX6" fmla="*/ 314255 w 1204542"/>
                      <a:gd name="connsiteY6" fmla="*/ 256561 h 261358"/>
                      <a:gd name="connsiteX7" fmla="*/ 366610 w 1204542"/>
                      <a:gd name="connsiteY7" fmla="*/ 259860 h 261358"/>
                      <a:gd name="connsiteX8" fmla="*/ 418966 w 1204542"/>
                      <a:gd name="connsiteY8" fmla="*/ 260759 h 261358"/>
                      <a:gd name="connsiteX9" fmla="*/ 471322 w 1204542"/>
                      <a:gd name="connsiteY9" fmla="*/ 261059 h 261358"/>
                      <a:gd name="connsiteX10" fmla="*/ 523737 w 1204542"/>
                      <a:gd name="connsiteY10" fmla="*/ 261359 h 261358"/>
                      <a:gd name="connsiteX11" fmla="*/ 576093 w 1204542"/>
                      <a:gd name="connsiteY11" fmla="*/ 261359 h 261358"/>
                      <a:gd name="connsiteX12" fmla="*/ 628449 w 1204542"/>
                      <a:gd name="connsiteY12" fmla="*/ 261059 h 261358"/>
                      <a:gd name="connsiteX13" fmla="*/ 680805 w 1204542"/>
                      <a:gd name="connsiteY13" fmla="*/ 261359 h 261358"/>
                      <a:gd name="connsiteX14" fmla="*/ 733220 w 1204542"/>
                      <a:gd name="connsiteY14" fmla="*/ 254462 h 261358"/>
                      <a:gd name="connsiteX15" fmla="*/ 785576 w 1204542"/>
                      <a:gd name="connsiteY15" fmla="*/ 241028 h 261358"/>
                      <a:gd name="connsiteX16" fmla="*/ 837932 w 1204542"/>
                      <a:gd name="connsiteY16" fmla="*/ 174939 h 261358"/>
                      <a:gd name="connsiteX17" fmla="*/ 890288 w 1204542"/>
                      <a:gd name="connsiteY17" fmla="*/ 136317 h 261358"/>
                      <a:gd name="connsiteX18" fmla="*/ 942703 w 1204542"/>
                      <a:gd name="connsiteY18" fmla="*/ 135777 h 261358"/>
                      <a:gd name="connsiteX19" fmla="*/ 995059 w 1204542"/>
                      <a:gd name="connsiteY19" fmla="*/ 131579 h 261358"/>
                      <a:gd name="connsiteX20" fmla="*/ 1047415 w 1204542"/>
                      <a:gd name="connsiteY20" fmla="*/ 124982 h 261358"/>
                      <a:gd name="connsiteX21" fmla="*/ 1099771 w 1204542"/>
                      <a:gd name="connsiteY21" fmla="*/ 101353 h 261358"/>
                      <a:gd name="connsiteX22" fmla="*/ 1152186 w 1204542"/>
                      <a:gd name="connsiteY22" fmla="*/ 80123 h 261358"/>
                      <a:gd name="connsiteX23" fmla="*/ 1204542 w 1204542"/>
                      <a:gd name="connsiteY23" fmla="*/ 57993 h 26135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542" h="261358">
                        <a:moveTo>
                          <a:pt x="0" y="52596"/>
                        </a:moveTo>
                        <a:lnTo>
                          <a:pt x="52416" y="32565"/>
                        </a:lnTo>
                        <a:lnTo>
                          <a:pt x="104772" y="15833"/>
                        </a:lnTo>
                        <a:lnTo>
                          <a:pt x="157127" y="7137"/>
                        </a:lnTo>
                        <a:lnTo>
                          <a:pt x="209483" y="0"/>
                        </a:lnTo>
                        <a:lnTo>
                          <a:pt x="261899" y="206004"/>
                        </a:lnTo>
                        <a:lnTo>
                          <a:pt x="314255" y="256561"/>
                        </a:lnTo>
                        <a:lnTo>
                          <a:pt x="366610" y="259860"/>
                        </a:lnTo>
                        <a:lnTo>
                          <a:pt x="418966" y="260759"/>
                        </a:lnTo>
                        <a:lnTo>
                          <a:pt x="471322" y="261059"/>
                        </a:lnTo>
                        <a:lnTo>
                          <a:pt x="523737" y="261359"/>
                        </a:lnTo>
                        <a:lnTo>
                          <a:pt x="576093" y="261359"/>
                        </a:lnTo>
                        <a:lnTo>
                          <a:pt x="628449" y="261059"/>
                        </a:lnTo>
                        <a:lnTo>
                          <a:pt x="680805" y="261359"/>
                        </a:lnTo>
                        <a:lnTo>
                          <a:pt x="733220" y="254462"/>
                        </a:lnTo>
                        <a:lnTo>
                          <a:pt x="785576" y="241028"/>
                        </a:lnTo>
                        <a:lnTo>
                          <a:pt x="837932" y="174939"/>
                        </a:lnTo>
                        <a:lnTo>
                          <a:pt x="890288" y="136317"/>
                        </a:lnTo>
                        <a:lnTo>
                          <a:pt x="942703" y="135777"/>
                        </a:lnTo>
                        <a:lnTo>
                          <a:pt x="995059" y="131579"/>
                        </a:lnTo>
                        <a:lnTo>
                          <a:pt x="1047415" y="124982"/>
                        </a:lnTo>
                        <a:lnTo>
                          <a:pt x="1099771" y="101353"/>
                        </a:lnTo>
                        <a:lnTo>
                          <a:pt x="1152186" y="80123"/>
                        </a:lnTo>
                        <a:lnTo>
                          <a:pt x="1204542" y="57993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>
                        <a:alpha val="40000"/>
                      </a:srgb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4" name="Graphic 205">
                  <a:extLst>
                    <a:ext uri="{FF2B5EF4-FFF2-40B4-BE49-F238E27FC236}">
                      <a16:creationId xmlns:a16="http://schemas.microsoft.com/office/drawing/2014/main" id="{CAE41C72-7D8D-3C27-261A-F71D64F7C8D8}"/>
                    </a:ext>
                  </a:extLst>
                </p:cNvPr>
                <p:cNvGrpSpPr/>
                <p:nvPr/>
              </p:nvGrpSpPr>
              <p:grpSpPr>
                <a:xfrm>
                  <a:off x="6986752" y="5001210"/>
                  <a:ext cx="999080" cy="1179884"/>
                  <a:chOff x="4175712" y="2603825"/>
                  <a:chExt cx="1204482" cy="1217136"/>
                </a:xfrm>
                <a:noFill/>
              </p:grpSpPr>
              <p:sp>
                <p:nvSpPr>
                  <p:cNvPr id="223" name="Freeform 222">
                    <a:extLst>
                      <a:ext uri="{FF2B5EF4-FFF2-40B4-BE49-F238E27FC236}">
                        <a16:creationId xmlns:a16="http://schemas.microsoft.com/office/drawing/2014/main" id="{E5D06CBC-3EFF-FA41-90B0-18192DC7C45E}"/>
                      </a:ext>
                    </a:extLst>
                  </p:cNvPr>
                  <p:cNvSpPr/>
                  <p:nvPr/>
                </p:nvSpPr>
                <p:spPr>
                  <a:xfrm>
                    <a:off x="4175712" y="3814964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4" name="Freeform 223">
                    <a:extLst>
                      <a:ext uri="{FF2B5EF4-FFF2-40B4-BE49-F238E27FC236}">
                        <a16:creationId xmlns:a16="http://schemas.microsoft.com/office/drawing/2014/main" id="{ED3F4084-FF06-CBBA-2614-F8D36E9073EC}"/>
                      </a:ext>
                    </a:extLst>
                  </p:cNvPr>
                  <p:cNvSpPr/>
                  <p:nvPr/>
                </p:nvSpPr>
                <p:spPr>
                  <a:xfrm>
                    <a:off x="4175712" y="3515943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5" name="Freeform 224">
                    <a:extLst>
                      <a:ext uri="{FF2B5EF4-FFF2-40B4-BE49-F238E27FC236}">
                        <a16:creationId xmlns:a16="http://schemas.microsoft.com/office/drawing/2014/main" id="{36F7793E-984D-732D-01D8-BE8DACD271E7}"/>
                      </a:ext>
                    </a:extLst>
                  </p:cNvPr>
                  <p:cNvSpPr/>
                  <p:nvPr/>
                </p:nvSpPr>
                <p:spPr>
                  <a:xfrm>
                    <a:off x="4175712" y="3216861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26" name="Freeform 225">
                    <a:extLst>
                      <a:ext uri="{FF2B5EF4-FFF2-40B4-BE49-F238E27FC236}">
                        <a16:creationId xmlns:a16="http://schemas.microsoft.com/office/drawing/2014/main" id="{D7AEB47C-C74D-8099-A0B1-068B693BFF70}"/>
                      </a:ext>
                    </a:extLst>
                  </p:cNvPr>
                  <p:cNvSpPr/>
                  <p:nvPr/>
                </p:nvSpPr>
                <p:spPr>
                  <a:xfrm>
                    <a:off x="4175712" y="2917840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0" name="Freeform 229">
                    <a:extLst>
                      <a:ext uri="{FF2B5EF4-FFF2-40B4-BE49-F238E27FC236}">
                        <a16:creationId xmlns:a16="http://schemas.microsoft.com/office/drawing/2014/main" id="{87309A3D-DFC4-1900-DADF-99A77431DA95}"/>
                      </a:ext>
                    </a:extLst>
                  </p:cNvPr>
                  <p:cNvSpPr/>
                  <p:nvPr/>
                </p:nvSpPr>
                <p:spPr>
                  <a:xfrm>
                    <a:off x="4175712" y="2618818"/>
                    <a:ext cx="1204482" cy="5997"/>
                  </a:xfrm>
                  <a:custGeom>
                    <a:avLst/>
                    <a:gdLst>
                      <a:gd name="connsiteX0" fmla="*/ 0 w 1204482"/>
                      <a:gd name="connsiteY0" fmla="*/ 0 h 5997"/>
                      <a:gd name="connsiteX1" fmla="*/ 1204482 w 120448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2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1" name="Freeform 230">
                    <a:extLst>
                      <a:ext uri="{FF2B5EF4-FFF2-40B4-BE49-F238E27FC236}">
                        <a16:creationId xmlns:a16="http://schemas.microsoft.com/office/drawing/2014/main" id="{F88EE33A-D874-DC7B-BC00-ED315948895B}"/>
                      </a:ext>
                    </a:extLst>
                  </p:cNvPr>
                  <p:cNvSpPr/>
                  <p:nvPr/>
                </p:nvSpPr>
                <p:spPr>
                  <a:xfrm>
                    <a:off x="4175712" y="2603825"/>
                    <a:ext cx="1204482" cy="758708"/>
                  </a:xfrm>
                  <a:custGeom>
                    <a:avLst/>
                    <a:gdLst>
                      <a:gd name="connsiteX0" fmla="*/ 0 w 1204482"/>
                      <a:gd name="connsiteY0" fmla="*/ 26028 h 758708"/>
                      <a:gd name="connsiteX1" fmla="*/ 52356 w 1204482"/>
                      <a:gd name="connsiteY1" fmla="*/ 3598 h 758708"/>
                      <a:gd name="connsiteX2" fmla="*/ 104711 w 1204482"/>
                      <a:gd name="connsiteY2" fmla="*/ 0 h 758708"/>
                      <a:gd name="connsiteX3" fmla="*/ 157127 w 1204482"/>
                      <a:gd name="connsiteY3" fmla="*/ 5098 h 758708"/>
                      <a:gd name="connsiteX4" fmla="*/ 209483 w 1204482"/>
                      <a:gd name="connsiteY4" fmla="*/ 3299 h 758708"/>
                      <a:gd name="connsiteX5" fmla="*/ 261839 w 1204482"/>
                      <a:gd name="connsiteY5" fmla="*/ 124442 h 758708"/>
                      <a:gd name="connsiteX6" fmla="*/ 314195 w 1204482"/>
                      <a:gd name="connsiteY6" fmla="*/ 609738 h 758708"/>
                      <a:gd name="connsiteX7" fmla="*/ 366550 w 1204482"/>
                      <a:gd name="connsiteY7" fmla="*/ 727583 h 758708"/>
                      <a:gd name="connsiteX8" fmla="*/ 418966 w 1204482"/>
                      <a:gd name="connsiteY8" fmla="*/ 748813 h 758708"/>
                      <a:gd name="connsiteX9" fmla="*/ 471322 w 1204482"/>
                      <a:gd name="connsiteY9" fmla="*/ 751212 h 758708"/>
                      <a:gd name="connsiteX10" fmla="*/ 523677 w 1204482"/>
                      <a:gd name="connsiteY10" fmla="*/ 754211 h 758708"/>
                      <a:gd name="connsiteX11" fmla="*/ 576033 w 1204482"/>
                      <a:gd name="connsiteY11" fmla="*/ 752711 h 758708"/>
                      <a:gd name="connsiteX12" fmla="*/ 628449 w 1204482"/>
                      <a:gd name="connsiteY12" fmla="*/ 757809 h 758708"/>
                      <a:gd name="connsiteX13" fmla="*/ 680805 w 1204482"/>
                      <a:gd name="connsiteY13" fmla="*/ 758709 h 758708"/>
                      <a:gd name="connsiteX14" fmla="*/ 733161 w 1204482"/>
                      <a:gd name="connsiteY14" fmla="*/ 751212 h 758708"/>
                      <a:gd name="connsiteX15" fmla="*/ 785516 w 1204482"/>
                      <a:gd name="connsiteY15" fmla="*/ 663893 h 758708"/>
                      <a:gd name="connsiteX16" fmla="*/ 837932 w 1204482"/>
                      <a:gd name="connsiteY16" fmla="*/ 414468 h 758708"/>
                      <a:gd name="connsiteX17" fmla="*/ 890288 w 1204482"/>
                      <a:gd name="connsiteY17" fmla="*/ 300281 h 758708"/>
                      <a:gd name="connsiteX18" fmla="*/ 942644 w 1204482"/>
                      <a:gd name="connsiteY18" fmla="*/ 280190 h 758708"/>
                      <a:gd name="connsiteX19" fmla="*/ 994999 w 1204482"/>
                      <a:gd name="connsiteY19" fmla="*/ 281990 h 758708"/>
                      <a:gd name="connsiteX20" fmla="*/ 1047415 w 1204482"/>
                      <a:gd name="connsiteY20" fmla="*/ 262858 h 758708"/>
                      <a:gd name="connsiteX21" fmla="*/ 1099771 w 1204482"/>
                      <a:gd name="connsiteY21" fmla="*/ 194070 h 758708"/>
                      <a:gd name="connsiteX22" fmla="*/ 1152127 w 1204482"/>
                      <a:gd name="connsiteY22" fmla="*/ 145073 h 758708"/>
                      <a:gd name="connsiteX23" fmla="*/ 1204482 w 1204482"/>
                      <a:gd name="connsiteY23" fmla="*/ 70887 h 75870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482" h="758708">
                        <a:moveTo>
                          <a:pt x="0" y="26028"/>
                        </a:moveTo>
                        <a:lnTo>
                          <a:pt x="52356" y="3598"/>
                        </a:lnTo>
                        <a:lnTo>
                          <a:pt x="104711" y="0"/>
                        </a:lnTo>
                        <a:lnTo>
                          <a:pt x="157127" y="5098"/>
                        </a:lnTo>
                        <a:lnTo>
                          <a:pt x="209483" y="3299"/>
                        </a:lnTo>
                        <a:lnTo>
                          <a:pt x="261839" y="124442"/>
                        </a:lnTo>
                        <a:lnTo>
                          <a:pt x="314195" y="609738"/>
                        </a:lnTo>
                        <a:lnTo>
                          <a:pt x="366550" y="727583"/>
                        </a:lnTo>
                        <a:lnTo>
                          <a:pt x="418966" y="748813"/>
                        </a:lnTo>
                        <a:lnTo>
                          <a:pt x="471322" y="751212"/>
                        </a:lnTo>
                        <a:lnTo>
                          <a:pt x="523677" y="754211"/>
                        </a:lnTo>
                        <a:lnTo>
                          <a:pt x="576033" y="752711"/>
                        </a:lnTo>
                        <a:lnTo>
                          <a:pt x="628449" y="757809"/>
                        </a:lnTo>
                        <a:lnTo>
                          <a:pt x="680805" y="758709"/>
                        </a:lnTo>
                        <a:lnTo>
                          <a:pt x="733161" y="751212"/>
                        </a:lnTo>
                        <a:lnTo>
                          <a:pt x="785516" y="663893"/>
                        </a:lnTo>
                        <a:lnTo>
                          <a:pt x="837932" y="414468"/>
                        </a:lnTo>
                        <a:lnTo>
                          <a:pt x="890288" y="300281"/>
                        </a:lnTo>
                        <a:lnTo>
                          <a:pt x="942644" y="280190"/>
                        </a:lnTo>
                        <a:lnTo>
                          <a:pt x="994999" y="281990"/>
                        </a:lnTo>
                        <a:lnTo>
                          <a:pt x="1047415" y="262858"/>
                        </a:lnTo>
                        <a:lnTo>
                          <a:pt x="1099771" y="194070"/>
                        </a:lnTo>
                        <a:lnTo>
                          <a:pt x="1152127" y="145073"/>
                        </a:lnTo>
                        <a:lnTo>
                          <a:pt x="1204482" y="70887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33" name="Freeform 232">
                    <a:extLst>
                      <a:ext uri="{FF2B5EF4-FFF2-40B4-BE49-F238E27FC236}">
                        <a16:creationId xmlns:a16="http://schemas.microsoft.com/office/drawing/2014/main" id="{FCD6CE00-EC9E-E8F0-ACD8-C1F81B17827F}"/>
                      </a:ext>
                    </a:extLst>
                  </p:cNvPr>
                  <p:cNvSpPr/>
                  <p:nvPr/>
                </p:nvSpPr>
                <p:spPr>
                  <a:xfrm>
                    <a:off x="4175712" y="3508746"/>
                    <a:ext cx="1204482" cy="296382"/>
                  </a:xfrm>
                  <a:custGeom>
                    <a:avLst/>
                    <a:gdLst>
                      <a:gd name="connsiteX0" fmla="*/ 0 w 1204482"/>
                      <a:gd name="connsiteY0" fmla="*/ 53855 h 296382"/>
                      <a:gd name="connsiteX1" fmla="*/ 52356 w 1204482"/>
                      <a:gd name="connsiteY1" fmla="*/ 33165 h 296382"/>
                      <a:gd name="connsiteX2" fmla="*/ 104711 w 1204482"/>
                      <a:gd name="connsiteY2" fmla="*/ 20330 h 296382"/>
                      <a:gd name="connsiteX3" fmla="*/ 157127 w 1204482"/>
                      <a:gd name="connsiteY3" fmla="*/ 9596 h 296382"/>
                      <a:gd name="connsiteX4" fmla="*/ 209483 w 1204482"/>
                      <a:gd name="connsiteY4" fmla="*/ 0 h 296382"/>
                      <a:gd name="connsiteX5" fmla="*/ 261839 w 1204482"/>
                      <a:gd name="connsiteY5" fmla="*/ 113647 h 296382"/>
                      <a:gd name="connsiteX6" fmla="*/ 314195 w 1204482"/>
                      <a:gd name="connsiteY6" fmla="*/ 290086 h 296382"/>
                      <a:gd name="connsiteX7" fmla="*/ 366550 w 1204482"/>
                      <a:gd name="connsiteY7" fmla="*/ 294584 h 296382"/>
                      <a:gd name="connsiteX8" fmla="*/ 418966 w 1204482"/>
                      <a:gd name="connsiteY8" fmla="*/ 295783 h 296382"/>
                      <a:gd name="connsiteX9" fmla="*/ 471322 w 1204482"/>
                      <a:gd name="connsiteY9" fmla="*/ 295783 h 296382"/>
                      <a:gd name="connsiteX10" fmla="*/ 523677 w 1204482"/>
                      <a:gd name="connsiteY10" fmla="*/ 296083 h 296382"/>
                      <a:gd name="connsiteX11" fmla="*/ 576033 w 1204482"/>
                      <a:gd name="connsiteY11" fmla="*/ 295783 h 296382"/>
                      <a:gd name="connsiteX12" fmla="*/ 628449 w 1204482"/>
                      <a:gd name="connsiteY12" fmla="*/ 296383 h 296382"/>
                      <a:gd name="connsiteX13" fmla="*/ 680805 w 1204482"/>
                      <a:gd name="connsiteY13" fmla="*/ 295483 h 296382"/>
                      <a:gd name="connsiteX14" fmla="*/ 733161 w 1204482"/>
                      <a:gd name="connsiteY14" fmla="*/ 295183 h 296382"/>
                      <a:gd name="connsiteX15" fmla="*/ 785516 w 1204482"/>
                      <a:gd name="connsiteY15" fmla="*/ 269455 h 296382"/>
                      <a:gd name="connsiteX16" fmla="*/ 837932 w 1204482"/>
                      <a:gd name="connsiteY16" fmla="*/ 157907 h 296382"/>
                      <a:gd name="connsiteX17" fmla="*/ 890288 w 1204482"/>
                      <a:gd name="connsiteY17" fmla="*/ 161505 h 296382"/>
                      <a:gd name="connsiteX18" fmla="*/ 942644 w 1204482"/>
                      <a:gd name="connsiteY18" fmla="*/ 163904 h 296382"/>
                      <a:gd name="connsiteX19" fmla="*/ 994999 w 1204482"/>
                      <a:gd name="connsiteY19" fmla="*/ 160905 h 296382"/>
                      <a:gd name="connsiteX20" fmla="*/ 1047415 w 1204482"/>
                      <a:gd name="connsiteY20" fmla="*/ 153109 h 296382"/>
                      <a:gd name="connsiteX21" fmla="*/ 1099771 w 1204482"/>
                      <a:gd name="connsiteY21" fmla="*/ 121983 h 296382"/>
                      <a:gd name="connsiteX22" fmla="*/ 1152127 w 1204482"/>
                      <a:gd name="connsiteY22" fmla="*/ 102553 h 296382"/>
                      <a:gd name="connsiteX23" fmla="*/ 1204482 w 1204482"/>
                      <a:gd name="connsiteY23" fmla="*/ 78324 h 2963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482" h="296382">
                        <a:moveTo>
                          <a:pt x="0" y="53855"/>
                        </a:moveTo>
                        <a:lnTo>
                          <a:pt x="52356" y="33165"/>
                        </a:lnTo>
                        <a:lnTo>
                          <a:pt x="104711" y="20330"/>
                        </a:lnTo>
                        <a:lnTo>
                          <a:pt x="157127" y="9596"/>
                        </a:lnTo>
                        <a:lnTo>
                          <a:pt x="209483" y="0"/>
                        </a:lnTo>
                        <a:lnTo>
                          <a:pt x="261839" y="113647"/>
                        </a:lnTo>
                        <a:lnTo>
                          <a:pt x="314195" y="290086"/>
                        </a:lnTo>
                        <a:lnTo>
                          <a:pt x="366550" y="294584"/>
                        </a:lnTo>
                        <a:lnTo>
                          <a:pt x="418966" y="295783"/>
                        </a:lnTo>
                        <a:lnTo>
                          <a:pt x="471322" y="295783"/>
                        </a:lnTo>
                        <a:lnTo>
                          <a:pt x="523677" y="296083"/>
                        </a:lnTo>
                        <a:lnTo>
                          <a:pt x="576033" y="295783"/>
                        </a:lnTo>
                        <a:lnTo>
                          <a:pt x="628449" y="296383"/>
                        </a:lnTo>
                        <a:lnTo>
                          <a:pt x="680805" y="295483"/>
                        </a:lnTo>
                        <a:lnTo>
                          <a:pt x="733161" y="295183"/>
                        </a:lnTo>
                        <a:lnTo>
                          <a:pt x="785516" y="269455"/>
                        </a:lnTo>
                        <a:lnTo>
                          <a:pt x="837932" y="157907"/>
                        </a:lnTo>
                        <a:lnTo>
                          <a:pt x="890288" y="161505"/>
                        </a:lnTo>
                        <a:lnTo>
                          <a:pt x="942644" y="163904"/>
                        </a:lnTo>
                        <a:lnTo>
                          <a:pt x="994999" y="160905"/>
                        </a:lnTo>
                        <a:lnTo>
                          <a:pt x="1047415" y="153109"/>
                        </a:lnTo>
                        <a:lnTo>
                          <a:pt x="1099771" y="121983"/>
                        </a:lnTo>
                        <a:lnTo>
                          <a:pt x="1152127" y="102553"/>
                        </a:lnTo>
                        <a:lnTo>
                          <a:pt x="1204482" y="78324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>
                        <a:alpha val="40000"/>
                      </a:srgb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6" name="Graphic 205">
                  <a:extLst>
                    <a:ext uri="{FF2B5EF4-FFF2-40B4-BE49-F238E27FC236}">
                      <a16:creationId xmlns:a16="http://schemas.microsoft.com/office/drawing/2014/main" id="{5FDA3F82-BDEB-9FBE-50EB-EDEC5074996F}"/>
                    </a:ext>
                  </a:extLst>
                </p:cNvPr>
                <p:cNvGrpSpPr/>
                <p:nvPr/>
              </p:nvGrpSpPr>
              <p:grpSpPr>
                <a:xfrm>
                  <a:off x="8013092" y="5015744"/>
                  <a:ext cx="999129" cy="1165350"/>
                  <a:chOff x="5413059" y="2618818"/>
                  <a:chExt cx="1204542" cy="1202143"/>
                </a:xfrm>
                <a:noFill/>
              </p:grpSpPr>
              <p:sp>
                <p:nvSpPr>
                  <p:cNvPr id="195" name="Freeform 194">
                    <a:extLst>
                      <a:ext uri="{FF2B5EF4-FFF2-40B4-BE49-F238E27FC236}">
                        <a16:creationId xmlns:a16="http://schemas.microsoft.com/office/drawing/2014/main" id="{AD50CB57-2B4A-F811-3CC9-8D1460EAEE14}"/>
                      </a:ext>
                    </a:extLst>
                  </p:cNvPr>
                  <p:cNvSpPr/>
                  <p:nvPr/>
                </p:nvSpPr>
                <p:spPr>
                  <a:xfrm>
                    <a:off x="5413059" y="3814964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6" name="Freeform 195">
                    <a:extLst>
                      <a:ext uri="{FF2B5EF4-FFF2-40B4-BE49-F238E27FC236}">
                        <a16:creationId xmlns:a16="http://schemas.microsoft.com/office/drawing/2014/main" id="{919B97D0-B175-95F7-8BC9-B0D7F163E628}"/>
                      </a:ext>
                    </a:extLst>
                  </p:cNvPr>
                  <p:cNvSpPr/>
                  <p:nvPr/>
                </p:nvSpPr>
                <p:spPr>
                  <a:xfrm>
                    <a:off x="5413059" y="3515943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7" name="Freeform 196">
                    <a:extLst>
                      <a:ext uri="{FF2B5EF4-FFF2-40B4-BE49-F238E27FC236}">
                        <a16:creationId xmlns:a16="http://schemas.microsoft.com/office/drawing/2014/main" id="{C74A06D6-B960-CBA2-EBA8-A37449AD3099}"/>
                      </a:ext>
                    </a:extLst>
                  </p:cNvPr>
                  <p:cNvSpPr/>
                  <p:nvPr/>
                </p:nvSpPr>
                <p:spPr>
                  <a:xfrm>
                    <a:off x="5413059" y="3216861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8" name="Freeform 197">
                    <a:extLst>
                      <a:ext uri="{FF2B5EF4-FFF2-40B4-BE49-F238E27FC236}">
                        <a16:creationId xmlns:a16="http://schemas.microsoft.com/office/drawing/2014/main" id="{CB6FEFC0-36C5-C6C2-DE74-5CA687392C75}"/>
                      </a:ext>
                    </a:extLst>
                  </p:cNvPr>
                  <p:cNvSpPr/>
                  <p:nvPr/>
                </p:nvSpPr>
                <p:spPr>
                  <a:xfrm>
                    <a:off x="5413059" y="2917840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9" name="Freeform 198">
                    <a:extLst>
                      <a:ext uri="{FF2B5EF4-FFF2-40B4-BE49-F238E27FC236}">
                        <a16:creationId xmlns:a16="http://schemas.microsoft.com/office/drawing/2014/main" id="{E362C670-9BB7-C075-6B3E-767329725EF5}"/>
                      </a:ext>
                    </a:extLst>
                  </p:cNvPr>
                  <p:cNvSpPr/>
                  <p:nvPr/>
                </p:nvSpPr>
                <p:spPr>
                  <a:xfrm>
                    <a:off x="5413059" y="2618818"/>
                    <a:ext cx="1204542" cy="5997"/>
                  </a:xfrm>
                  <a:custGeom>
                    <a:avLst/>
                    <a:gdLst>
                      <a:gd name="connsiteX0" fmla="*/ 0 w 1204542"/>
                      <a:gd name="connsiteY0" fmla="*/ 0 h 5997"/>
                      <a:gd name="connsiteX1" fmla="*/ 1204542 w 1204542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2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0" name="Freeform 199">
                    <a:extLst>
                      <a:ext uri="{FF2B5EF4-FFF2-40B4-BE49-F238E27FC236}">
                        <a16:creationId xmlns:a16="http://schemas.microsoft.com/office/drawing/2014/main" id="{409B78D3-A7D0-AF57-1D13-2464EEE592A1}"/>
                      </a:ext>
                    </a:extLst>
                  </p:cNvPr>
                  <p:cNvSpPr/>
                  <p:nvPr/>
                </p:nvSpPr>
                <p:spPr>
                  <a:xfrm>
                    <a:off x="5413059" y="2708776"/>
                    <a:ext cx="1204542" cy="678885"/>
                  </a:xfrm>
                  <a:custGeom>
                    <a:avLst/>
                    <a:gdLst>
                      <a:gd name="connsiteX0" fmla="*/ 0 w 1204542"/>
                      <a:gd name="connsiteY0" fmla="*/ 27227 h 678885"/>
                      <a:gd name="connsiteX1" fmla="*/ 52416 w 1204542"/>
                      <a:gd name="connsiteY1" fmla="*/ 4198 h 678885"/>
                      <a:gd name="connsiteX2" fmla="*/ 104772 w 1204542"/>
                      <a:gd name="connsiteY2" fmla="*/ 0 h 678885"/>
                      <a:gd name="connsiteX3" fmla="*/ 157127 w 1204542"/>
                      <a:gd name="connsiteY3" fmla="*/ 600 h 678885"/>
                      <a:gd name="connsiteX4" fmla="*/ 209483 w 1204542"/>
                      <a:gd name="connsiteY4" fmla="*/ 10195 h 678885"/>
                      <a:gd name="connsiteX5" fmla="*/ 261839 w 1204542"/>
                      <a:gd name="connsiteY5" fmla="*/ 31725 h 678885"/>
                      <a:gd name="connsiteX6" fmla="*/ 314255 w 1204542"/>
                      <a:gd name="connsiteY6" fmla="*/ 458188 h 678885"/>
                      <a:gd name="connsiteX7" fmla="*/ 366610 w 1204542"/>
                      <a:gd name="connsiteY7" fmla="*/ 649259 h 678885"/>
                      <a:gd name="connsiteX8" fmla="*/ 418966 w 1204542"/>
                      <a:gd name="connsiteY8" fmla="*/ 678886 h 678885"/>
                      <a:gd name="connsiteX9" fmla="*/ 471322 w 1204542"/>
                      <a:gd name="connsiteY9" fmla="*/ 677087 h 678885"/>
                      <a:gd name="connsiteX10" fmla="*/ 523738 w 1204542"/>
                      <a:gd name="connsiteY10" fmla="*/ 670490 h 678885"/>
                      <a:gd name="connsiteX11" fmla="*/ 576093 w 1204542"/>
                      <a:gd name="connsiteY11" fmla="*/ 660294 h 678885"/>
                      <a:gd name="connsiteX12" fmla="*/ 628449 w 1204542"/>
                      <a:gd name="connsiteY12" fmla="*/ 667791 h 678885"/>
                      <a:gd name="connsiteX13" fmla="*/ 680805 w 1204542"/>
                      <a:gd name="connsiteY13" fmla="*/ 675587 h 678885"/>
                      <a:gd name="connsiteX14" fmla="*/ 733220 w 1204542"/>
                      <a:gd name="connsiteY14" fmla="*/ 668690 h 678885"/>
                      <a:gd name="connsiteX15" fmla="*/ 785576 w 1204542"/>
                      <a:gd name="connsiteY15" fmla="*/ 446793 h 678885"/>
                      <a:gd name="connsiteX16" fmla="*/ 837932 w 1204542"/>
                      <a:gd name="connsiteY16" fmla="*/ 268256 h 678885"/>
                      <a:gd name="connsiteX17" fmla="*/ 890288 w 1204542"/>
                      <a:gd name="connsiteY17" fmla="*/ 250024 h 678885"/>
                      <a:gd name="connsiteX18" fmla="*/ 942703 w 1204542"/>
                      <a:gd name="connsiteY18" fmla="*/ 253023 h 678885"/>
                      <a:gd name="connsiteX19" fmla="*/ 995059 w 1204542"/>
                      <a:gd name="connsiteY19" fmla="*/ 254522 h 678885"/>
                      <a:gd name="connsiteX20" fmla="*/ 1047415 w 1204542"/>
                      <a:gd name="connsiteY20" fmla="*/ 230293 h 678885"/>
                      <a:gd name="connsiteX21" fmla="*/ 1099771 w 1204542"/>
                      <a:gd name="connsiteY21" fmla="*/ 175239 h 678885"/>
                      <a:gd name="connsiteX22" fmla="*/ 1152187 w 1204542"/>
                      <a:gd name="connsiteY22" fmla="*/ 121744 h 678885"/>
                      <a:gd name="connsiteX23" fmla="*/ 1204542 w 1204542"/>
                      <a:gd name="connsiteY23" fmla="*/ 64050 h 6788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542" h="678885">
                        <a:moveTo>
                          <a:pt x="0" y="27227"/>
                        </a:moveTo>
                        <a:lnTo>
                          <a:pt x="52416" y="4198"/>
                        </a:lnTo>
                        <a:lnTo>
                          <a:pt x="104772" y="0"/>
                        </a:lnTo>
                        <a:lnTo>
                          <a:pt x="157127" y="600"/>
                        </a:lnTo>
                        <a:lnTo>
                          <a:pt x="209483" y="10195"/>
                        </a:lnTo>
                        <a:lnTo>
                          <a:pt x="261839" y="31725"/>
                        </a:lnTo>
                        <a:lnTo>
                          <a:pt x="314255" y="458188"/>
                        </a:lnTo>
                        <a:lnTo>
                          <a:pt x="366610" y="649259"/>
                        </a:lnTo>
                        <a:lnTo>
                          <a:pt x="418966" y="678886"/>
                        </a:lnTo>
                        <a:lnTo>
                          <a:pt x="471322" y="677087"/>
                        </a:lnTo>
                        <a:lnTo>
                          <a:pt x="523738" y="670490"/>
                        </a:lnTo>
                        <a:lnTo>
                          <a:pt x="576093" y="660294"/>
                        </a:lnTo>
                        <a:lnTo>
                          <a:pt x="628449" y="667791"/>
                        </a:lnTo>
                        <a:lnTo>
                          <a:pt x="680805" y="675587"/>
                        </a:lnTo>
                        <a:lnTo>
                          <a:pt x="733220" y="668690"/>
                        </a:lnTo>
                        <a:lnTo>
                          <a:pt x="785576" y="446793"/>
                        </a:lnTo>
                        <a:lnTo>
                          <a:pt x="837932" y="268256"/>
                        </a:lnTo>
                        <a:lnTo>
                          <a:pt x="890288" y="250024"/>
                        </a:lnTo>
                        <a:lnTo>
                          <a:pt x="942703" y="253023"/>
                        </a:lnTo>
                        <a:lnTo>
                          <a:pt x="995059" y="254522"/>
                        </a:lnTo>
                        <a:lnTo>
                          <a:pt x="1047415" y="230293"/>
                        </a:lnTo>
                        <a:lnTo>
                          <a:pt x="1099771" y="175239"/>
                        </a:lnTo>
                        <a:lnTo>
                          <a:pt x="1152187" y="121744"/>
                        </a:lnTo>
                        <a:lnTo>
                          <a:pt x="1204542" y="64050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202" name="Freeform 201">
                    <a:extLst>
                      <a:ext uri="{FF2B5EF4-FFF2-40B4-BE49-F238E27FC236}">
                        <a16:creationId xmlns:a16="http://schemas.microsoft.com/office/drawing/2014/main" id="{BCBB6E1B-EFF7-BA8E-C472-9ACC0FDB1AE3}"/>
                      </a:ext>
                    </a:extLst>
                  </p:cNvPr>
                  <p:cNvSpPr/>
                  <p:nvPr/>
                </p:nvSpPr>
                <p:spPr>
                  <a:xfrm>
                    <a:off x="5413059" y="3555104"/>
                    <a:ext cx="1204542" cy="249124"/>
                  </a:xfrm>
                  <a:custGeom>
                    <a:avLst/>
                    <a:gdLst>
                      <a:gd name="connsiteX0" fmla="*/ 0 w 1204542"/>
                      <a:gd name="connsiteY0" fmla="*/ 46659 h 249124"/>
                      <a:gd name="connsiteX1" fmla="*/ 52416 w 1204542"/>
                      <a:gd name="connsiteY1" fmla="*/ 27527 h 249124"/>
                      <a:gd name="connsiteX2" fmla="*/ 104772 w 1204542"/>
                      <a:gd name="connsiteY2" fmla="*/ 14034 h 249124"/>
                      <a:gd name="connsiteX3" fmla="*/ 157127 w 1204542"/>
                      <a:gd name="connsiteY3" fmla="*/ 1200 h 249124"/>
                      <a:gd name="connsiteX4" fmla="*/ 209483 w 1204542"/>
                      <a:gd name="connsiteY4" fmla="*/ 0 h 249124"/>
                      <a:gd name="connsiteX5" fmla="*/ 261839 w 1204542"/>
                      <a:gd name="connsiteY5" fmla="*/ 30226 h 249124"/>
                      <a:gd name="connsiteX6" fmla="*/ 314255 w 1204542"/>
                      <a:gd name="connsiteY6" fmla="*/ 235031 h 249124"/>
                      <a:gd name="connsiteX7" fmla="*/ 366610 w 1204542"/>
                      <a:gd name="connsiteY7" fmla="*/ 244627 h 249124"/>
                      <a:gd name="connsiteX8" fmla="*/ 418966 w 1204542"/>
                      <a:gd name="connsiteY8" fmla="*/ 246426 h 249124"/>
                      <a:gd name="connsiteX9" fmla="*/ 471322 w 1204542"/>
                      <a:gd name="connsiteY9" fmla="*/ 247626 h 249124"/>
                      <a:gd name="connsiteX10" fmla="*/ 523738 w 1204542"/>
                      <a:gd name="connsiteY10" fmla="*/ 248225 h 249124"/>
                      <a:gd name="connsiteX11" fmla="*/ 576093 w 1204542"/>
                      <a:gd name="connsiteY11" fmla="*/ 248525 h 249124"/>
                      <a:gd name="connsiteX12" fmla="*/ 628449 w 1204542"/>
                      <a:gd name="connsiteY12" fmla="*/ 248825 h 249124"/>
                      <a:gd name="connsiteX13" fmla="*/ 680805 w 1204542"/>
                      <a:gd name="connsiteY13" fmla="*/ 249125 h 249124"/>
                      <a:gd name="connsiteX14" fmla="*/ 733220 w 1204542"/>
                      <a:gd name="connsiteY14" fmla="*/ 248525 h 249124"/>
                      <a:gd name="connsiteX15" fmla="*/ 785576 w 1204542"/>
                      <a:gd name="connsiteY15" fmla="*/ 188073 h 249124"/>
                      <a:gd name="connsiteX16" fmla="*/ 837932 w 1204542"/>
                      <a:gd name="connsiteY16" fmla="*/ 120484 h 249124"/>
                      <a:gd name="connsiteX17" fmla="*/ 890288 w 1204542"/>
                      <a:gd name="connsiteY17" fmla="*/ 127081 h 249124"/>
                      <a:gd name="connsiteX18" fmla="*/ 942703 w 1204542"/>
                      <a:gd name="connsiteY18" fmla="*/ 133378 h 249124"/>
                      <a:gd name="connsiteX19" fmla="*/ 995059 w 1204542"/>
                      <a:gd name="connsiteY19" fmla="*/ 132179 h 249124"/>
                      <a:gd name="connsiteX20" fmla="*/ 1047415 w 1204542"/>
                      <a:gd name="connsiteY20" fmla="*/ 122883 h 249124"/>
                      <a:gd name="connsiteX21" fmla="*/ 1099771 w 1204542"/>
                      <a:gd name="connsiteY21" fmla="*/ 98355 h 249124"/>
                      <a:gd name="connsiteX22" fmla="*/ 1152187 w 1204542"/>
                      <a:gd name="connsiteY22" fmla="*/ 84621 h 249124"/>
                      <a:gd name="connsiteX23" fmla="*/ 1204542 w 1204542"/>
                      <a:gd name="connsiteY23" fmla="*/ 68488 h 24912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542" h="249124">
                        <a:moveTo>
                          <a:pt x="0" y="46659"/>
                        </a:moveTo>
                        <a:lnTo>
                          <a:pt x="52416" y="27527"/>
                        </a:lnTo>
                        <a:lnTo>
                          <a:pt x="104772" y="14034"/>
                        </a:lnTo>
                        <a:lnTo>
                          <a:pt x="157127" y="1200"/>
                        </a:lnTo>
                        <a:lnTo>
                          <a:pt x="209483" y="0"/>
                        </a:lnTo>
                        <a:lnTo>
                          <a:pt x="261839" y="30226"/>
                        </a:lnTo>
                        <a:lnTo>
                          <a:pt x="314255" y="235031"/>
                        </a:lnTo>
                        <a:lnTo>
                          <a:pt x="366610" y="244627"/>
                        </a:lnTo>
                        <a:lnTo>
                          <a:pt x="418966" y="246426"/>
                        </a:lnTo>
                        <a:lnTo>
                          <a:pt x="471322" y="247626"/>
                        </a:lnTo>
                        <a:lnTo>
                          <a:pt x="523738" y="248225"/>
                        </a:lnTo>
                        <a:lnTo>
                          <a:pt x="576093" y="248525"/>
                        </a:lnTo>
                        <a:lnTo>
                          <a:pt x="628449" y="248825"/>
                        </a:lnTo>
                        <a:lnTo>
                          <a:pt x="680805" y="249125"/>
                        </a:lnTo>
                        <a:lnTo>
                          <a:pt x="733220" y="248525"/>
                        </a:lnTo>
                        <a:lnTo>
                          <a:pt x="785576" y="188073"/>
                        </a:lnTo>
                        <a:lnTo>
                          <a:pt x="837932" y="120484"/>
                        </a:lnTo>
                        <a:lnTo>
                          <a:pt x="890288" y="127081"/>
                        </a:lnTo>
                        <a:lnTo>
                          <a:pt x="942703" y="133378"/>
                        </a:lnTo>
                        <a:lnTo>
                          <a:pt x="995059" y="132179"/>
                        </a:lnTo>
                        <a:lnTo>
                          <a:pt x="1047415" y="122883"/>
                        </a:lnTo>
                        <a:lnTo>
                          <a:pt x="1099771" y="98355"/>
                        </a:lnTo>
                        <a:lnTo>
                          <a:pt x="1152187" y="84621"/>
                        </a:lnTo>
                        <a:lnTo>
                          <a:pt x="1204542" y="68488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>
                        <a:alpha val="40000"/>
                      </a:srgb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58" name="Graphic 205">
                  <a:extLst>
                    <a:ext uri="{FF2B5EF4-FFF2-40B4-BE49-F238E27FC236}">
                      <a16:creationId xmlns:a16="http://schemas.microsoft.com/office/drawing/2014/main" id="{7298909B-7AEA-655F-41A2-643DCCD7501E}"/>
                    </a:ext>
                  </a:extLst>
                </p:cNvPr>
                <p:cNvGrpSpPr/>
                <p:nvPr/>
              </p:nvGrpSpPr>
              <p:grpSpPr>
                <a:xfrm>
                  <a:off x="9039482" y="5015744"/>
                  <a:ext cx="999079" cy="1165350"/>
                  <a:chOff x="6650466" y="2618818"/>
                  <a:chExt cx="1204481" cy="1202143"/>
                </a:xfrm>
                <a:noFill/>
              </p:grpSpPr>
              <p:sp>
                <p:nvSpPr>
                  <p:cNvPr id="190" name="Freeform 189">
                    <a:extLst>
                      <a:ext uri="{FF2B5EF4-FFF2-40B4-BE49-F238E27FC236}">
                        <a16:creationId xmlns:a16="http://schemas.microsoft.com/office/drawing/2014/main" id="{F43123D0-13F2-DA8A-5F6E-53D89A3DB323}"/>
                      </a:ext>
                    </a:extLst>
                  </p:cNvPr>
                  <p:cNvSpPr/>
                  <p:nvPr/>
                </p:nvSpPr>
                <p:spPr>
                  <a:xfrm>
                    <a:off x="6650466" y="3814964"/>
                    <a:ext cx="1204481" cy="5997"/>
                  </a:xfrm>
                  <a:custGeom>
                    <a:avLst/>
                    <a:gdLst>
                      <a:gd name="connsiteX0" fmla="*/ 0 w 1204481"/>
                      <a:gd name="connsiteY0" fmla="*/ 0 h 5997"/>
                      <a:gd name="connsiteX1" fmla="*/ 1204482 w 120448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1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91" name="Freeform 190">
                    <a:extLst>
                      <a:ext uri="{FF2B5EF4-FFF2-40B4-BE49-F238E27FC236}">
                        <a16:creationId xmlns:a16="http://schemas.microsoft.com/office/drawing/2014/main" id="{6E5467E1-869E-A6C2-D065-093308E960CC}"/>
                      </a:ext>
                    </a:extLst>
                  </p:cNvPr>
                  <p:cNvSpPr/>
                  <p:nvPr/>
                </p:nvSpPr>
                <p:spPr>
                  <a:xfrm>
                    <a:off x="6650466" y="3515943"/>
                    <a:ext cx="1204481" cy="5997"/>
                  </a:xfrm>
                  <a:custGeom>
                    <a:avLst/>
                    <a:gdLst>
                      <a:gd name="connsiteX0" fmla="*/ 0 w 1204481"/>
                      <a:gd name="connsiteY0" fmla="*/ 0 h 5997"/>
                      <a:gd name="connsiteX1" fmla="*/ 1204482 w 120448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1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1087">
                    <a:extLst>
                      <a:ext uri="{FF2B5EF4-FFF2-40B4-BE49-F238E27FC236}">
                        <a16:creationId xmlns:a16="http://schemas.microsoft.com/office/drawing/2014/main" id="{B37FFF67-D2C0-33D8-DBFD-E0A594F7477A}"/>
                      </a:ext>
                    </a:extLst>
                  </p:cNvPr>
                  <p:cNvSpPr/>
                  <p:nvPr/>
                </p:nvSpPr>
                <p:spPr>
                  <a:xfrm>
                    <a:off x="6650466" y="3216861"/>
                    <a:ext cx="1204481" cy="5997"/>
                  </a:xfrm>
                  <a:custGeom>
                    <a:avLst/>
                    <a:gdLst>
                      <a:gd name="connsiteX0" fmla="*/ 0 w 1204481"/>
                      <a:gd name="connsiteY0" fmla="*/ 0 h 5997"/>
                      <a:gd name="connsiteX1" fmla="*/ 1204482 w 120448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1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1088">
                    <a:extLst>
                      <a:ext uri="{FF2B5EF4-FFF2-40B4-BE49-F238E27FC236}">
                        <a16:creationId xmlns:a16="http://schemas.microsoft.com/office/drawing/2014/main" id="{6F3D6965-0355-82A2-BA30-8F2180AA0942}"/>
                      </a:ext>
                    </a:extLst>
                  </p:cNvPr>
                  <p:cNvSpPr/>
                  <p:nvPr/>
                </p:nvSpPr>
                <p:spPr>
                  <a:xfrm>
                    <a:off x="6650466" y="2917840"/>
                    <a:ext cx="1204481" cy="5997"/>
                  </a:xfrm>
                  <a:custGeom>
                    <a:avLst/>
                    <a:gdLst>
                      <a:gd name="connsiteX0" fmla="*/ 0 w 1204481"/>
                      <a:gd name="connsiteY0" fmla="*/ 0 h 5997"/>
                      <a:gd name="connsiteX1" fmla="*/ 1204482 w 120448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1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1089">
                    <a:extLst>
                      <a:ext uri="{FF2B5EF4-FFF2-40B4-BE49-F238E27FC236}">
                        <a16:creationId xmlns:a16="http://schemas.microsoft.com/office/drawing/2014/main" id="{75821669-05AA-CDB0-1D58-7404688AECF1}"/>
                      </a:ext>
                    </a:extLst>
                  </p:cNvPr>
                  <p:cNvSpPr/>
                  <p:nvPr/>
                </p:nvSpPr>
                <p:spPr>
                  <a:xfrm>
                    <a:off x="6650466" y="2618818"/>
                    <a:ext cx="1204481" cy="5997"/>
                  </a:xfrm>
                  <a:custGeom>
                    <a:avLst/>
                    <a:gdLst>
                      <a:gd name="connsiteX0" fmla="*/ 0 w 1204481"/>
                      <a:gd name="connsiteY0" fmla="*/ 0 h 5997"/>
                      <a:gd name="connsiteX1" fmla="*/ 1204482 w 120448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481" h="5997">
                        <a:moveTo>
                          <a:pt x="0" y="0"/>
                        </a:moveTo>
                        <a:lnTo>
                          <a:pt x="120448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1090">
                    <a:extLst>
                      <a:ext uri="{FF2B5EF4-FFF2-40B4-BE49-F238E27FC236}">
                        <a16:creationId xmlns:a16="http://schemas.microsoft.com/office/drawing/2014/main" id="{64372ECF-DF6C-AB58-EFD4-967A68A45037}"/>
                      </a:ext>
                    </a:extLst>
                  </p:cNvPr>
                  <p:cNvSpPr/>
                  <p:nvPr/>
                </p:nvSpPr>
                <p:spPr>
                  <a:xfrm>
                    <a:off x="6650466" y="2700140"/>
                    <a:ext cx="1204481" cy="558881"/>
                  </a:xfrm>
                  <a:custGeom>
                    <a:avLst/>
                    <a:gdLst>
                      <a:gd name="connsiteX0" fmla="*/ 0 w 1204481"/>
                      <a:gd name="connsiteY0" fmla="*/ 2399 h 558881"/>
                      <a:gd name="connsiteX1" fmla="*/ 52356 w 1204481"/>
                      <a:gd name="connsiteY1" fmla="*/ 0 h 558881"/>
                      <a:gd name="connsiteX2" fmla="*/ 104712 w 1204481"/>
                      <a:gd name="connsiteY2" fmla="*/ 5997 h 558881"/>
                      <a:gd name="connsiteX3" fmla="*/ 157067 w 1204481"/>
                      <a:gd name="connsiteY3" fmla="*/ 5997 h 558881"/>
                      <a:gd name="connsiteX4" fmla="*/ 209483 w 1204481"/>
                      <a:gd name="connsiteY4" fmla="*/ 5997 h 558881"/>
                      <a:gd name="connsiteX5" fmla="*/ 261839 w 1204481"/>
                      <a:gd name="connsiteY5" fmla="*/ 17932 h 558881"/>
                      <a:gd name="connsiteX6" fmla="*/ 314195 w 1204481"/>
                      <a:gd name="connsiteY6" fmla="*/ 157607 h 558881"/>
                      <a:gd name="connsiteX7" fmla="*/ 366550 w 1204481"/>
                      <a:gd name="connsiteY7" fmla="*/ 471862 h 558881"/>
                      <a:gd name="connsiteX8" fmla="*/ 418966 w 1204481"/>
                      <a:gd name="connsiteY8" fmla="*/ 550545 h 558881"/>
                      <a:gd name="connsiteX9" fmla="*/ 471322 w 1204481"/>
                      <a:gd name="connsiteY9" fmla="*/ 558881 h 558881"/>
                      <a:gd name="connsiteX10" fmla="*/ 523678 w 1204481"/>
                      <a:gd name="connsiteY10" fmla="*/ 551145 h 558881"/>
                      <a:gd name="connsiteX11" fmla="*/ 576033 w 1204481"/>
                      <a:gd name="connsiteY11" fmla="*/ 551445 h 558881"/>
                      <a:gd name="connsiteX12" fmla="*/ 628449 w 1204481"/>
                      <a:gd name="connsiteY12" fmla="*/ 543948 h 558881"/>
                      <a:gd name="connsiteX13" fmla="*/ 680805 w 1204481"/>
                      <a:gd name="connsiteY13" fmla="*/ 544248 h 558881"/>
                      <a:gd name="connsiteX14" fmla="*/ 733160 w 1204481"/>
                      <a:gd name="connsiteY14" fmla="*/ 518520 h 558881"/>
                      <a:gd name="connsiteX15" fmla="*/ 785516 w 1204481"/>
                      <a:gd name="connsiteY15" fmla="*/ 252663 h 558881"/>
                      <a:gd name="connsiteX16" fmla="*/ 837932 w 1204481"/>
                      <a:gd name="connsiteY16" fmla="*/ 154309 h 558881"/>
                      <a:gd name="connsiteX17" fmla="*/ 890288 w 1204481"/>
                      <a:gd name="connsiteY17" fmla="*/ 197369 h 558881"/>
                      <a:gd name="connsiteX18" fmla="*/ 942644 w 1204481"/>
                      <a:gd name="connsiteY18" fmla="*/ 204565 h 558881"/>
                      <a:gd name="connsiteX19" fmla="*/ 994999 w 1204481"/>
                      <a:gd name="connsiteY19" fmla="*/ 192571 h 558881"/>
                      <a:gd name="connsiteX20" fmla="*/ 1047415 w 1204481"/>
                      <a:gd name="connsiteY20" fmla="*/ 176738 h 558881"/>
                      <a:gd name="connsiteX21" fmla="*/ 1099771 w 1204481"/>
                      <a:gd name="connsiteY21" fmla="*/ 130979 h 558881"/>
                      <a:gd name="connsiteX22" fmla="*/ 1152126 w 1204481"/>
                      <a:gd name="connsiteY22" fmla="*/ 74126 h 558881"/>
                      <a:gd name="connsiteX23" fmla="*/ 1204482 w 1204481"/>
                      <a:gd name="connsiteY23" fmla="*/ 26028 h 55888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481" h="558881">
                        <a:moveTo>
                          <a:pt x="0" y="2399"/>
                        </a:moveTo>
                        <a:lnTo>
                          <a:pt x="52356" y="0"/>
                        </a:lnTo>
                        <a:lnTo>
                          <a:pt x="104712" y="5997"/>
                        </a:lnTo>
                        <a:lnTo>
                          <a:pt x="157067" y="5997"/>
                        </a:lnTo>
                        <a:lnTo>
                          <a:pt x="209483" y="5997"/>
                        </a:lnTo>
                        <a:lnTo>
                          <a:pt x="261839" y="17932"/>
                        </a:lnTo>
                        <a:lnTo>
                          <a:pt x="314195" y="157607"/>
                        </a:lnTo>
                        <a:lnTo>
                          <a:pt x="366550" y="471862"/>
                        </a:lnTo>
                        <a:lnTo>
                          <a:pt x="418966" y="550545"/>
                        </a:lnTo>
                        <a:lnTo>
                          <a:pt x="471322" y="558881"/>
                        </a:lnTo>
                        <a:lnTo>
                          <a:pt x="523678" y="551145"/>
                        </a:lnTo>
                        <a:lnTo>
                          <a:pt x="576033" y="551445"/>
                        </a:lnTo>
                        <a:lnTo>
                          <a:pt x="628449" y="543948"/>
                        </a:lnTo>
                        <a:lnTo>
                          <a:pt x="680805" y="544248"/>
                        </a:lnTo>
                        <a:lnTo>
                          <a:pt x="733160" y="518520"/>
                        </a:lnTo>
                        <a:lnTo>
                          <a:pt x="785516" y="252663"/>
                        </a:lnTo>
                        <a:lnTo>
                          <a:pt x="837932" y="154309"/>
                        </a:lnTo>
                        <a:lnTo>
                          <a:pt x="890288" y="197369"/>
                        </a:lnTo>
                        <a:lnTo>
                          <a:pt x="942644" y="204565"/>
                        </a:lnTo>
                        <a:lnTo>
                          <a:pt x="994999" y="192571"/>
                        </a:lnTo>
                        <a:lnTo>
                          <a:pt x="1047415" y="176738"/>
                        </a:lnTo>
                        <a:lnTo>
                          <a:pt x="1099771" y="130979"/>
                        </a:lnTo>
                        <a:lnTo>
                          <a:pt x="1152126" y="74126"/>
                        </a:lnTo>
                        <a:lnTo>
                          <a:pt x="1204482" y="26028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1092">
                    <a:extLst>
                      <a:ext uri="{FF2B5EF4-FFF2-40B4-BE49-F238E27FC236}">
                        <a16:creationId xmlns:a16="http://schemas.microsoft.com/office/drawing/2014/main" id="{6D617D68-1F81-7B3F-066C-35FA999C2897}"/>
                      </a:ext>
                    </a:extLst>
                  </p:cNvPr>
                  <p:cNvSpPr/>
                  <p:nvPr/>
                </p:nvSpPr>
                <p:spPr>
                  <a:xfrm>
                    <a:off x="6650466" y="3556904"/>
                    <a:ext cx="1204481" cy="215300"/>
                  </a:xfrm>
                  <a:custGeom>
                    <a:avLst/>
                    <a:gdLst>
                      <a:gd name="connsiteX0" fmla="*/ 0 w 1204481"/>
                      <a:gd name="connsiteY0" fmla="*/ 27227 h 215300"/>
                      <a:gd name="connsiteX1" fmla="*/ 52356 w 1204481"/>
                      <a:gd name="connsiteY1" fmla="*/ 16732 h 215300"/>
                      <a:gd name="connsiteX2" fmla="*/ 104712 w 1204481"/>
                      <a:gd name="connsiteY2" fmla="*/ 6897 h 215300"/>
                      <a:gd name="connsiteX3" fmla="*/ 157067 w 1204481"/>
                      <a:gd name="connsiteY3" fmla="*/ 1799 h 215300"/>
                      <a:gd name="connsiteX4" fmla="*/ 209483 w 1204481"/>
                      <a:gd name="connsiteY4" fmla="*/ 0 h 215300"/>
                      <a:gd name="connsiteX5" fmla="*/ 261839 w 1204481"/>
                      <a:gd name="connsiteY5" fmla="*/ 4498 h 215300"/>
                      <a:gd name="connsiteX6" fmla="*/ 314195 w 1204481"/>
                      <a:gd name="connsiteY6" fmla="*/ 122583 h 215300"/>
                      <a:gd name="connsiteX7" fmla="*/ 366550 w 1204481"/>
                      <a:gd name="connsiteY7" fmla="*/ 200967 h 215300"/>
                      <a:gd name="connsiteX8" fmla="*/ 418966 w 1204481"/>
                      <a:gd name="connsiteY8" fmla="*/ 210203 h 215300"/>
                      <a:gd name="connsiteX9" fmla="*/ 471322 w 1204481"/>
                      <a:gd name="connsiteY9" fmla="*/ 212901 h 215300"/>
                      <a:gd name="connsiteX10" fmla="*/ 523678 w 1204481"/>
                      <a:gd name="connsiteY10" fmla="*/ 215300 h 215300"/>
                      <a:gd name="connsiteX11" fmla="*/ 576033 w 1204481"/>
                      <a:gd name="connsiteY11" fmla="*/ 214700 h 215300"/>
                      <a:gd name="connsiteX12" fmla="*/ 628449 w 1204481"/>
                      <a:gd name="connsiteY12" fmla="*/ 214101 h 215300"/>
                      <a:gd name="connsiteX13" fmla="*/ 680805 w 1204481"/>
                      <a:gd name="connsiteY13" fmla="*/ 212901 h 215300"/>
                      <a:gd name="connsiteX14" fmla="*/ 733160 w 1204481"/>
                      <a:gd name="connsiteY14" fmla="*/ 207804 h 215300"/>
                      <a:gd name="connsiteX15" fmla="*/ 785516 w 1204481"/>
                      <a:gd name="connsiteY15" fmla="*/ 85220 h 215300"/>
                      <a:gd name="connsiteX16" fmla="*/ 837932 w 1204481"/>
                      <a:gd name="connsiteY16" fmla="*/ 78923 h 215300"/>
                      <a:gd name="connsiteX17" fmla="*/ 890288 w 1204481"/>
                      <a:gd name="connsiteY17" fmla="*/ 94516 h 215300"/>
                      <a:gd name="connsiteX18" fmla="*/ 942644 w 1204481"/>
                      <a:gd name="connsiteY18" fmla="*/ 101653 h 215300"/>
                      <a:gd name="connsiteX19" fmla="*/ 994999 w 1204481"/>
                      <a:gd name="connsiteY19" fmla="*/ 98954 h 215300"/>
                      <a:gd name="connsiteX20" fmla="*/ 1047415 w 1204481"/>
                      <a:gd name="connsiteY20" fmla="*/ 89718 h 215300"/>
                      <a:gd name="connsiteX21" fmla="*/ 1099771 w 1204481"/>
                      <a:gd name="connsiteY21" fmla="*/ 77124 h 215300"/>
                      <a:gd name="connsiteX22" fmla="*/ 1152126 w 1204481"/>
                      <a:gd name="connsiteY22" fmla="*/ 64890 h 215300"/>
                      <a:gd name="connsiteX23" fmla="*/ 1204482 w 1204481"/>
                      <a:gd name="connsiteY23" fmla="*/ 49957 h 2153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481" h="215300">
                        <a:moveTo>
                          <a:pt x="0" y="27227"/>
                        </a:moveTo>
                        <a:lnTo>
                          <a:pt x="52356" y="16732"/>
                        </a:lnTo>
                        <a:lnTo>
                          <a:pt x="104712" y="6897"/>
                        </a:lnTo>
                        <a:lnTo>
                          <a:pt x="157067" y="1799"/>
                        </a:lnTo>
                        <a:lnTo>
                          <a:pt x="209483" y="0"/>
                        </a:lnTo>
                        <a:lnTo>
                          <a:pt x="261839" y="4498"/>
                        </a:lnTo>
                        <a:lnTo>
                          <a:pt x="314195" y="122583"/>
                        </a:lnTo>
                        <a:lnTo>
                          <a:pt x="366550" y="200967"/>
                        </a:lnTo>
                        <a:lnTo>
                          <a:pt x="418966" y="210203"/>
                        </a:lnTo>
                        <a:lnTo>
                          <a:pt x="471322" y="212901"/>
                        </a:lnTo>
                        <a:lnTo>
                          <a:pt x="523678" y="215300"/>
                        </a:lnTo>
                        <a:lnTo>
                          <a:pt x="576033" y="214700"/>
                        </a:lnTo>
                        <a:lnTo>
                          <a:pt x="628449" y="214101"/>
                        </a:lnTo>
                        <a:lnTo>
                          <a:pt x="680805" y="212901"/>
                        </a:lnTo>
                        <a:lnTo>
                          <a:pt x="733160" y="207804"/>
                        </a:lnTo>
                        <a:lnTo>
                          <a:pt x="785516" y="85220"/>
                        </a:lnTo>
                        <a:lnTo>
                          <a:pt x="837932" y="78923"/>
                        </a:lnTo>
                        <a:lnTo>
                          <a:pt x="890288" y="94516"/>
                        </a:lnTo>
                        <a:lnTo>
                          <a:pt x="942644" y="101653"/>
                        </a:lnTo>
                        <a:lnTo>
                          <a:pt x="994999" y="98954"/>
                        </a:lnTo>
                        <a:lnTo>
                          <a:pt x="1047415" y="89718"/>
                        </a:lnTo>
                        <a:lnTo>
                          <a:pt x="1099771" y="77124"/>
                        </a:lnTo>
                        <a:lnTo>
                          <a:pt x="1152126" y="64890"/>
                        </a:lnTo>
                        <a:lnTo>
                          <a:pt x="1204482" y="49957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>
                        <a:alpha val="40000"/>
                      </a:srgb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60" name="Graphic 205">
                  <a:extLst>
                    <a:ext uri="{FF2B5EF4-FFF2-40B4-BE49-F238E27FC236}">
                      <a16:creationId xmlns:a16="http://schemas.microsoft.com/office/drawing/2014/main" id="{89C697CC-5005-1F89-F856-C514C9BFBFA7}"/>
                    </a:ext>
                  </a:extLst>
                </p:cNvPr>
                <p:cNvGrpSpPr/>
                <p:nvPr/>
              </p:nvGrpSpPr>
              <p:grpSpPr>
                <a:xfrm>
                  <a:off x="10065822" y="5015744"/>
                  <a:ext cx="999128" cy="1165350"/>
                  <a:chOff x="7887813" y="2618818"/>
                  <a:chExt cx="1204541" cy="1202143"/>
                </a:xfrm>
                <a:noFill/>
              </p:grpSpPr>
              <p:sp>
                <p:nvSpPr>
                  <p:cNvPr id="174" name="Freeform 173">
                    <a:extLst>
                      <a:ext uri="{FF2B5EF4-FFF2-40B4-BE49-F238E27FC236}">
                        <a16:creationId xmlns:a16="http://schemas.microsoft.com/office/drawing/2014/main" id="{982C7BF6-E03B-394F-7071-4674D3B398B2}"/>
                      </a:ext>
                    </a:extLst>
                  </p:cNvPr>
                  <p:cNvSpPr/>
                  <p:nvPr/>
                </p:nvSpPr>
                <p:spPr>
                  <a:xfrm>
                    <a:off x="7887813" y="3814964"/>
                    <a:ext cx="1204541" cy="5997"/>
                  </a:xfrm>
                  <a:custGeom>
                    <a:avLst/>
                    <a:gdLst>
                      <a:gd name="connsiteX0" fmla="*/ 0 w 1204541"/>
                      <a:gd name="connsiteY0" fmla="*/ 0 h 5997"/>
                      <a:gd name="connsiteX1" fmla="*/ 1204542 w 120454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1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5" name="Freeform 174">
                    <a:extLst>
                      <a:ext uri="{FF2B5EF4-FFF2-40B4-BE49-F238E27FC236}">
                        <a16:creationId xmlns:a16="http://schemas.microsoft.com/office/drawing/2014/main" id="{E4803419-8CE5-57C5-C2BF-F3A90F5C4FD0}"/>
                      </a:ext>
                    </a:extLst>
                  </p:cNvPr>
                  <p:cNvSpPr/>
                  <p:nvPr/>
                </p:nvSpPr>
                <p:spPr>
                  <a:xfrm>
                    <a:off x="7887813" y="3515943"/>
                    <a:ext cx="1204541" cy="5997"/>
                  </a:xfrm>
                  <a:custGeom>
                    <a:avLst/>
                    <a:gdLst>
                      <a:gd name="connsiteX0" fmla="*/ 0 w 1204541"/>
                      <a:gd name="connsiteY0" fmla="*/ 0 h 5997"/>
                      <a:gd name="connsiteX1" fmla="*/ 1204542 w 120454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1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6" name="Freeform 175">
                    <a:extLst>
                      <a:ext uri="{FF2B5EF4-FFF2-40B4-BE49-F238E27FC236}">
                        <a16:creationId xmlns:a16="http://schemas.microsoft.com/office/drawing/2014/main" id="{C3B6A139-8E77-568B-C076-CBF151723612}"/>
                      </a:ext>
                    </a:extLst>
                  </p:cNvPr>
                  <p:cNvSpPr/>
                  <p:nvPr/>
                </p:nvSpPr>
                <p:spPr>
                  <a:xfrm>
                    <a:off x="7887813" y="3216861"/>
                    <a:ext cx="1204541" cy="5997"/>
                  </a:xfrm>
                  <a:custGeom>
                    <a:avLst/>
                    <a:gdLst>
                      <a:gd name="connsiteX0" fmla="*/ 0 w 1204541"/>
                      <a:gd name="connsiteY0" fmla="*/ 0 h 5997"/>
                      <a:gd name="connsiteX1" fmla="*/ 1204542 w 120454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1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7" name="Freeform 176">
                    <a:extLst>
                      <a:ext uri="{FF2B5EF4-FFF2-40B4-BE49-F238E27FC236}">
                        <a16:creationId xmlns:a16="http://schemas.microsoft.com/office/drawing/2014/main" id="{442F0571-E6F5-76A2-C29E-679ACC8907B6}"/>
                      </a:ext>
                    </a:extLst>
                  </p:cNvPr>
                  <p:cNvSpPr/>
                  <p:nvPr/>
                </p:nvSpPr>
                <p:spPr>
                  <a:xfrm>
                    <a:off x="7887813" y="2917840"/>
                    <a:ext cx="1204541" cy="5997"/>
                  </a:xfrm>
                  <a:custGeom>
                    <a:avLst/>
                    <a:gdLst>
                      <a:gd name="connsiteX0" fmla="*/ 0 w 1204541"/>
                      <a:gd name="connsiteY0" fmla="*/ 0 h 5997"/>
                      <a:gd name="connsiteX1" fmla="*/ 1204542 w 120454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1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8" name="Freeform 177">
                    <a:extLst>
                      <a:ext uri="{FF2B5EF4-FFF2-40B4-BE49-F238E27FC236}">
                        <a16:creationId xmlns:a16="http://schemas.microsoft.com/office/drawing/2014/main" id="{3240269C-D408-22E2-2E7B-B2C70A26B0D7}"/>
                      </a:ext>
                    </a:extLst>
                  </p:cNvPr>
                  <p:cNvSpPr/>
                  <p:nvPr/>
                </p:nvSpPr>
                <p:spPr>
                  <a:xfrm>
                    <a:off x="7887813" y="2618818"/>
                    <a:ext cx="1204541" cy="5997"/>
                  </a:xfrm>
                  <a:custGeom>
                    <a:avLst/>
                    <a:gdLst>
                      <a:gd name="connsiteX0" fmla="*/ 0 w 1204541"/>
                      <a:gd name="connsiteY0" fmla="*/ 0 h 5997"/>
                      <a:gd name="connsiteX1" fmla="*/ 1204542 w 1204541"/>
                      <a:gd name="connsiteY1" fmla="*/ 0 h 5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204541" h="5997">
                        <a:moveTo>
                          <a:pt x="0" y="0"/>
                        </a:moveTo>
                        <a:lnTo>
                          <a:pt x="1204542" y="0"/>
                        </a:lnTo>
                      </a:path>
                    </a:pathLst>
                  </a:custGeom>
                  <a:noFill/>
                  <a:ln w="3179" cap="flat">
                    <a:solidFill>
                      <a:srgbClr val="CCCCCC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79" name="Freeform 178">
                    <a:extLst>
                      <a:ext uri="{FF2B5EF4-FFF2-40B4-BE49-F238E27FC236}">
                        <a16:creationId xmlns:a16="http://schemas.microsoft.com/office/drawing/2014/main" id="{9B4B5BE1-307C-8E3B-1DB5-013AE7B8BFCC}"/>
                      </a:ext>
                    </a:extLst>
                  </p:cNvPr>
                  <p:cNvSpPr/>
                  <p:nvPr/>
                </p:nvSpPr>
                <p:spPr>
                  <a:xfrm>
                    <a:off x="7887813" y="2731206"/>
                    <a:ext cx="1204541" cy="442295"/>
                  </a:xfrm>
                  <a:custGeom>
                    <a:avLst/>
                    <a:gdLst>
                      <a:gd name="connsiteX0" fmla="*/ 0 w 1204541"/>
                      <a:gd name="connsiteY0" fmla="*/ 0 h 442295"/>
                      <a:gd name="connsiteX1" fmla="*/ 52356 w 1204541"/>
                      <a:gd name="connsiteY1" fmla="*/ 17392 h 442295"/>
                      <a:gd name="connsiteX2" fmla="*/ 104771 w 1204541"/>
                      <a:gd name="connsiteY2" fmla="*/ 17692 h 442295"/>
                      <a:gd name="connsiteX3" fmla="*/ 157127 w 1204541"/>
                      <a:gd name="connsiteY3" fmla="*/ 14093 h 442295"/>
                      <a:gd name="connsiteX4" fmla="*/ 209483 w 1204541"/>
                      <a:gd name="connsiteY4" fmla="*/ 7796 h 442295"/>
                      <a:gd name="connsiteX5" fmla="*/ 261838 w 1204541"/>
                      <a:gd name="connsiteY5" fmla="*/ 1199 h 442295"/>
                      <a:gd name="connsiteX6" fmla="*/ 314254 w 1204541"/>
                      <a:gd name="connsiteY6" fmla="*/ 26028 h 442295"/>
                      <a:gd name="connsiteX7" fmla="*/ 366610 w 1204541"/>
                      <a:gd name="connsiteY7" fmla="*/ 277251 h 442295"/>
                      <a:gd name="connsiteX8" fmla="*/ 418966 w 1204541"/>
                      <a:gd name="connsiteY8" fmla="*/ 421964 h 442295"/>
                      <a:gd name="connsiteX9" fmla="*/ 471322 w 1204541"/>
                      <a:gd name="connsiteY9" fmla="*/ 442295 h 442295"/>
                      <a:gd name="connsiteX10" fmla="*/ 523737 w 1204541"/>
                      <a:gd name="connsiteY10" fmla="*/ 437258 h 442295"/>
                      <a:gd name="connsiteX11" fmla="*/ 576093 w 1204541"/>
                      <a:gd name="connsiteY11" fmla="*/ 420465 h 442295"/>
                      <a:gd name="connsiteX12" fmla="*/ 628448 w 1204541"/>
                      <a:gd name="connsiteY12" fmla="*/ 414828 h 442295"/>
                      <a:gd name="connsiteX13" fmla="*/ 680804 w 1204541"/>
                      <a:gd name="connsiteY13" fmla="*/ 405832 h 442295"/>
                      <a:gd name="connsiteX14" fmla="*/ 733220 w 1204541"/>
                      <a:gd name="connsiteY14" fmla="*/ 367570 h 442295"/>
                      <a:gd name="connsiteX15" fmla="*/ 785576 w 1204541"/>
                      <a:gd name="connsiteY15" fmla="*/ 142974 h 442295"/>
                      <a:gd name="connsiteX16" fmla="*/ 837932 w 1204541"/>
                      <a:gd name="connsiteY16" fmla="*/ 93917 h 442295"/>
                      <a:gd name="connsiteX17" fmla="*/ 890287 w 1204541"/>
                      <a:gd name="connsiteY17" fmla="*/ 142974 h 442295"/>
                      <a:gd name="connsiteX18" fmla="*/ 942703 w 1204541"/>
                      <a:gd name="connsiteY18" fmla="*/ 144773 h 442295"/>
                      <a:gd name="connsiteX19" fmla="*/ 995059 w 1204541"/>
                      <a:gd name="connsiteY19" fmla="*/ 135777 h 442295"/>
                      <a:gd name="connsiteX20" fmla="*/ 1047414 w 1204541"/>
                      <a:gd name="connsiteY20" fmla="*/ 126841 h 442295"/>
                      <a:gd name="connsiteX21" fmla="*/ 1099770 w 1204541"/>
                      <a:gd name="connsiteY21" fmla="*/ 105311 h 442295"/>
                      <a:gd name="connsiteX22" fmla="*/ 1152186 w 1204541"/>
                      <a:gd name="connsiteY22" fmla="*/ 56554 h 442295"/>
                      <a:gd name="connsiteX23" fmla="*/ 1204542 w 1204541"/>
                      <a:gd name="connsiteY23" fmla="*/ 5397 h 4422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541" h="442295">
                        <a:moveTo>
                          <a:pt x="0" y="0"/>
                        </a:moveTo>
                        <a:lnTo>
                          <a:pt x="52356" y="17392"/>
                        </a:lnTo>
                        <a:lnTo>
                          <a:pt x="104771" y="17692"/>
                        </a:lnTo>
                        <a:lnTo>
                          <a:pt x="157127" y="14093"/>
                        </a:lnTo>
                        <a:lnTo>
                          <a:pt x="209483" y="7796"/>
                        </a:lnTo>
                        <a:lnTo>
                          <a:pt x="261838" y="1199"/>
                        </a:lnTo>
                        <a:lnTo>
                          <a:pt x="314254" y="26028"/>
                        </a:lnTo>
                        <a:lnTo>
                          <a:pt x="366610" y="277251"/>
                        </a:lnTo>
                        <a:lnTo>
                          <a:pt x="418966" y="421964"/>
                        </a:lnTo>
                        <a:lnTo>
                          <a:pt x="471322" y="442295"/>
                        </a:lnTo>
                        <a:lnTo>
                          <a:pt x="523737" y="437258"/>
                        </a:lnTo>
                        <a:lnTo>
                          <a:pt x="576093" y="420465"/>
                        </a:lnTo>
                        <a:lnTo>
                          <a:pt x="628448" y="414828"/>
                        </a:lnTo>
                        <a:lnTo>
                          <a:pt x="680804" y="405832"/>
                        </a:lnTo>
                        <a:lnTo>
                          <a:pt x="733220" y="367570"/>
                        </a:lnTo>
                        <a:lnTo>
                          <a:pt x="785576" y="142974"/>
                        </a:lnTo>
                        <a:lnTo>
                          <a:pt x="837932" y="93917"/>
                        </a:lnTo>
                        <a:lnTo>
                          <a:pt x="890287" y="142974"/>
                        </a:lnTo>
                        <a:lnTo>
                          <a:pt x="942703" y="144773"/>
                        </a:lnTo>
                        <a:lnTo>
                          <a:pt x="995059" y="135777"/>
                        </a:lnTo>
                        <a:lnTo>
                          <a:pt x="1047414" y="126841"/>
                        </a:lnTo>
                        <a:lnTo>
                          <a:pt x="1099770" y="105311"/>
                        </a:lnTo>
                        <a:lnTo>
                          <a:pt x="1152186" y="56554"/>
                        </a:lnTo>
                        <a:lnTo>
                          <a:pt x="1204542" y="5397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  <p:sp>
                <p:nvSpPr>
                  <p:cNvPr id="181" name="Freeform 180">
                    <a:extLst>
                      <a:ext uri="{FF2B5EF4-FFF2-40B4-BE49-F238E27FC236}">
                        <a16:creationId xmlns:a16="http://schemas.microsoft.com/office/drawing/2014/main" id="{A4402A00-F394-7937-8D50-EF449E35DEFF}"/>
                      </a:ext>
                    </a:extLst>
                  </p:cNvPr>
                  <p:cNvSpPr/>
                  <p:nvPr/>
                </p:nvSpPr>
                <p:spPr>
                  <a:xfrm>
                    <a:off x="7887813" y="3540771"/>
                    <a:ext cx="1204541" cy="180876"/>
                  </a:xfrm>
                  <a:custGeom>
                    <a:avLst/>
                    <a:gdLst>
                      <a:gd name="connsiteX0" fmla="*/ 0 w 1204541"/>
                      <a:gd name="connsiteY0" fmla="*/ 14333 h 180876"/>
                      <a:gd name="connsiteX1" fmla="*/ 52356 w 1204541"/>
                      <a:gd name="connsiteY1" fmla="*/ 8036 h 180876"/>
                      <a:gd name="connsiteX2" fmla="*/ 104771 w 1204541"/>
                      <a:gd name="connsiteY2" fmla="*/ 5337 h 180876"/>
                      <a:gd name="connsiteX3" fmla="*/ 157127 w 1204541"/>
                      <a:gd name="connsiteY3" fmla="*/ 2339 h 180876"/>
                      <a:gd name="connsiteX4" fmla="*/ 209483 w 1204541"/>
                      <a:gd name="connsiteY4" fmla="*/ 2339 h 180876"/>
                      <a:gd name="connsiteX5" fmla="*/ 261838 w 1204541"/>
                      <a:gd name="connsiteY5" fmla="*/ 0 h 180876"/>
                      <a:gd name="connsiteX6" fmla="*/ 314254 w 1204541"/>
                      <a:gd name="connsiteY6" fmla="*/ 19731 h 180876"/>
                      <a:gd name="connsiteX7" fmla="*/ 366610 w 1204541"/>
                      <a:gd name="connsiteY7" fmla="*/ 145013 h 180876"/>
                      <a:gd name="connsiteX8" fmla="*/ 418966 w 1204541"/>
                      <a:gd name="connsiteY8" fmla="*/ 175839 h 180876"/>
                      <a:gd name="connsiteX9" fmla="*/ 471322 w 1204541"/>
                      <a:gd name="connsiteY9" fmla="*/ 180876 h 180876"/>
                      <a:gd name="connsiteX10" fmla="*/ 523737 w 1204541"/>
                      <a:gd name="connsiteY10" fmla="*/ 179977 h 180876"/>
                      <a:gd name="connsiteX11" fmla="*/ 576093 w 1204541"/>
                      <a:gd name="connsiteY11" fmla="*/ 178177 h 180876"/>
                      <a:gd name="connsiteX12" fmla="*/ 628448 w 1204541"/>
                      <a:gd name="connsiteY12" fmla="*/ 176678 h 180876"/>
                      <a:gd name="connsiteX13" fmla="*/ 680804 w 1204541"/>
                      <a:gd name="connsiteY13" fmla="*/ 174039 h 180876"/>
                      <a:gd name="connsiteX14" fmla="*/ 733220 w 1204541"/>
                      <a:gd name="connsiteY14" fmla="*/ 166243 h 180876"/>
                      <a:gd name="connsiteX15" fmla="*/ 785576 w 1204541"/>
                      <a:gd name="connsiteY15" fmla="*/ 60392 h 180876"/>
                      <a:gd name="connsiteX16" fmla="*/ 837932 w 1204541"/>
                      <a:gd name="connsiteY16" fmla="*/ 47198 h 180876"/>
                      <a:gd name="connsiteX17" fmla="*/ 890287 w 1204541"/>
                      <a:gd name="connsiteY17" fmla="*/ 64290 h 180876"/>
                      <a:gd name="connsiteX18" fmla="*/ 942703 w 1204541"/>
                      <a:gd name="connsiteY18" fmla="*/ 71127 h 180876"/>
                      <a:gd name="connsiteX19" fmla="*/ 995059 w 1204541"/>
                      <a:gd name="connsiteY19" fmla="*/ 72027 h 180876"/>
                      <a:gd name="connsiteX20" fmla="*/ 1047414 w 1204541"/>
                      <a:gd name="connsiteY20" fmla="*/ 64890 h 180876"/>
                      <a:gd name="connsiteX21" fmla="*/ 1099770 w 1204541"/>
                      <a:gd name="connsiteY21" fmla="*/ 58893 h 180876"/>
                      <a:gd name="connsiteX22" fmla="*/ 1152186 w 1204541"/>
                      <a:gd name="connsiteY22" fmla="*/ 48697 h 180876"/>
                      <a:gd name="connsiteX23" fmla="*/ 1204542 w 1204541"/>
                      <a:gd name="connsiteY23" fmla="*/ 34364 h 1808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1204541" h="180876">
                        <a:moveTo>
                          <a:pt x="0" y="14333"/>
                        </a:moveTo>
                        <a:lnTo>
                          <a:pt x="52356" y="8036"/>
                        </a:lnTo>
                        <a:lnTo>
                          <a:pt x="104771" y="5337"/>
                        </a:lnTo>
                        <a:lnTo>
                          <a:pt x="157127" y="2339"/>
                        </a:lnTo>
                        <a:lnTo>
                          <a:pt x="209483" y="2339"/>
                        </a:lnTo>
                        <a:lnTo>
                          <a:pt x="261838" y="0"/>
                        </a:lnTo>
                        <a:lnTo>
                          <a:pt x="314254" y="19731"/>
                        </a:lnTo>
                        <a:lnTo>
                          <a:pt x="366610" y="145013"/>
                        </a:lnTo>
                        <a:lnTo>
                          <a:pt x="418966" y="175839"/>
                        </a:lnTo>
                        <a:lnTo>
                          <a:pt x="471322" y="180876"/>
                        </a:lnTo>
                        <a:lnTo>
                          <a:pt x="523737" y="179977"/>
                        </a:lnTo>
                        <a:lnTo>
                          <a:pt x="576093" y="178177"/>
                        </a:lnTo>
                        <a:lnTo>
                          <a:pt x="628448" y="176678"/>
                        </a:lnTo>
                        <a:lnTo>
                          <a:pt x="680804" y="174039"/>
                        </a:lnTo>
                        <a:lnTo>
                          <a:pt x="733220" y="166243"/>
                        </a:lnTo>
                        <a:lnTo>
                          <a:pt x="785576" y="60392"/>
                        </a:lnTo>
                        <a:lnTo>
                          <a:pt x="837932" y="47198"/>
                        </a:lnTo>
                        <a:lnTo>
                          <a:pt x="890287" y="64290"/>
                        </a:lnTo>
                        <a:lnTo>
                          <a:pt x="942703" y="71127"/>
                        </a:lnTo>
                        <a:lnTo>
                          <a:pt x="995059" y="72027"/>
                        </a:lnTo>
                        <a:lnTo>
                          <a:pt x="1047414" y="64890"/>
                        </a:lnTo>
                        <a:lnTo>
                          <a:pt x="1099770" y="58893"/>
                        </a:lnTo>
                        <a:lnTo>
                          <a:pt x="1152186" y="48697"/>
                        </a:lnTo>
                        <a:lnTo>
                          <a:pt x="1204542" y="34364"/>
                        </a:lnTo>
                      </a:path>
                    </a:pathLst>
                  </a:custGeom>
                  <a:noFill/>
                  <a:ln w="19191" cap="flat">
                    <a:solidFill>
                      <a:srgbClr val="84C3B7">
                        <a:alpha val="40000"/>
                      </a:srgbClr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en-US"/>
                  </a:p>
                </p:txBody>
              </p:sp>
            </p:grpSp>
          </p:grp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F9C13F01-7A9E-F141-AC8D-B57A08A77384}"/>
                  </a:ext>
                </a:extLst>
              </p:cNvPr>
              <p:cNvSpPr txBox="1"/>
              <p:nvPr/>
            </p:nvSpPr>
            <p:spPr>
              <a:xfrm>
                <a:off x="5291688" y="4805197"/>
                <a:ext cx="3690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Jul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04FBFB80-41B3-DF9F-9DDC-AE236F6B0A75}"/>
                  </a:ext>
                </a:extLst>
              </p:cNvPr>
              <p:cNvSpPr txBox="1"/>
              <p:nvPr/>
            </p:nvSpPr>
            <p:spPr>
              <a:xfrm>
                <a:off x="6305666" y="4805197"/>
                <a:ext cx="43473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Aug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CC24C030-692C-D60F-5C9F-A8BF3E421A39}"/>
                  </a:ext>
                </a:extLst>
              </p:cNvPr>
              <p:cNvSpPr txBox="1"/>
              <p:nvPr/>
            </p:nvSpPr>
            <p:spPr>
              <a:xfrm>
                <a:off x="7334738" y="4805197"/>
                <a:ext cx="41870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Sep</a:t>
                </a:r>
              </a:p>
            </p:txBody>
          </p:sp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AE18F185-81EF-D575-FE15-909B9E2B0130}"/>
                  </a:ext>
                </a:extLst>
              </p:cNvPr>
              <p:cNvSpPr txBox="1"/>
              <p:nvPr/>
            </p:nvSpPr>
            <p:spPr>
              <a:xfrm>
                <a:off x="8365281" y="4805197"/>
                <a:ext cx="39786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Oct</a:t>
                </a:r>
              </a:p>
            </p:txBody>
          </p: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79EFDCFF-E12C-F41A-9BA7-5E8290877204}"/>
                  </a:ext>
                </a:extLst>
              </p:cNvPr>
              <p:cNvSpPr txBox="1"/>
              <p:nvPr/>
            </p:nvSpPr>
            <p:spPr>
              <a:xfrm>
                <a:off x="9386095" y="4805197"/>
                <a:ext cx="42672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Nov</a:t>
                </a:r>
              </a:p>
            </p:txBody>
          </p:sp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72802A28-E59B-4F1E-395C-224664479855}"/>
                  </a:ext>
                </a:extLst>
              </p:cNvPr>
              <p:cNvSpPr txBox="1"/>
              <p:nvPr/>
            </p:nvSpPr>
            <p:spPr>
              <a:xfrm>
                <a:off x="10413796" y="4805197"/>
                <a:ext cx="41870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Dec</a:t>
                </a:r>
              </a:p>
            </p:txBody>
          </p:sp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902A74F3-D5BC-0F8D-A8A4-5829DB2F9FCE}"/>
                  </a:ext>
                </a:extLst>
              </p:cNvPr>
              <p:cNvSpPr txBox="1"/>
              <p:nvPr/>
            </p:nvSpPr>
            <p:spPr>
              <a:xfrm>
                <a:off x="5284766" y="3363116"/>
                <a:ext cx="4042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Jan</a:t>
                </a:r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589028FA-C79C-025C-BA17-6E11AAB70BCF}"/>
                  </a:ext>
                </a:extLst>
              </p:cNvPr>
              <p:cNvSpPr txBox="1"/>
              <p:nvPr/>
            </p:nvSpPr>
            <p:spPr>
              <a:xfrm>
                <a:off x="6309795" y="3363116"/>
                <a:ext cx="41229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Feb</a:t>
                </a:r>
              </a:p>
            </p:txBody>
          </p:sp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8733B3BA-D684-1A87-585A-F42FA1314082}"/>
                  </a:ext>
                </a:extLst>
              </p:cNvPr>
              <p:cNvSpPr txBox="1"/>
              <p:nvPr/>
            </p:nvSpPr>
            <p:spPr>
              <a:xfrm>
                <a:off x="7336123" y="3363116"/>
                <a:ext cx="41229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Mar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67329474-A45A-C271-9E5E-0E2F59378FBE}"/>
                  </a:ext>
                </a:extLst>
              </p:cNvPr>
              <p:cNvSpPr txBox="1"/>
              <p:nvPr/>
            </p:nvSpPr>
            <p:spPr>
              <a:xfrm>
                <a:off x="8363909" y="3363116"/>
                <a:ext cx="405880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Apr</a:t>
                </a:r>
              </a:p>
            </p:txBody>
          </p:sp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E496D95E-3997-7367-C7DB-C218F729B6CB}"/>
                  </a:ext>
                </a:extLst>
              </p:cNvPr>
              <p:cNvSpPr txBox="1"/>
              <p:nvPr/>
            </p:nvSpPr>
            <p:spPr>
              <a:xfrm>
                <a:off x="9384698" y="3363116"/>
                <a:ext cx="43313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May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AD76628D-DFF1-6BF4-7862-21A4E8F95272}"/>
                  </a:ext>
                </a:extLst>
              </p:cNvPr>
              <p:cNvSpPr txBox="1"/>
              <p:nvPr/>
            </p:nvSpPr>
            <p:spPr>
              <a:xfrm>
                <a:off x="10415204" y="3363116"/>
                <a:ext cx="41229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Jun</a:t>
                </a:r>
              </a:p>
            </p:txBody>
          </p:sp>
          <p:sp>
            <p:nvSpPr>
              <p:cNvPr id="331" name="TextBox 330">
                <a:extLst>
                  <a:ext uri="{FF2B5EF4-FFF2-40B4-BE49-F238E27FC236}">
                    <a16:creationId xmlns:a16="http://schemas.microsoft.com/office/drawing/2014/main" id="{77C43EE4-DBB3-4E16-8E59-A16F7F6777CF}"/>
                  </a:ext>
                </a:extLst>
              </p:cNvPr>
              <p:cNvSpPr txBox="1"/>
              <p:nvPr/>
            </p:nvSpPr>
            <p:spPr>
              <a:xfrm>
                <a:off x="5991572" y="6143142"/>
                <a:ext cx="4828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71D17B92-7B71-1B7E-5105-69D98182AD9A}"/>
                  </a:ext>
                </a:extLst>
              </p:cNvPr>
              <p:cNvSpPr txBox="1"/>
              <p:nvPr/>
            </p:nvSpPr>
            <p:spPr>
              <a:xfrm>
                <a:off x="6496947" y="6143143"/>
                <a:ext cx="4828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4ABAC33A-3894-5F18-AE63-4258F20417E9}"/>
                  </a:ext>
                </a:extLst>
              </p:cNvPr>
              <p:cNvSpPr txBox="1"/>
              <p:nvPr/>
            </p:nvSpPr>
            <p:spPr>
              <a:xfrm>
                <a:off x="7001637" y="6160558"/>
                <a:ext cx="4828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334" name="TextBox 333">
                <a:extLst>
                  <a:ext uri="{FF2B5EF4-FFF2-40B4-BE49-F238E27FC236}">
                    <a16:creationId xmlns:a16="http://schemas.microsoft.com/office/drawing/2014/main" id="{CA9EE168-0BD6-A695-939F-28680997A094}"/>
                  </a:ext>
                </a:extLst>
              </p:cNvPr>
              <p:cNvSpPr txBox="1"/>
              <p:nvPr/>
            </p:nvSpPr>
            <p:spPr>
              <a:xfrm>
                <a:off x="7507012" y="6160559"/>
                <a:ext cx="4828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E3C3F281-7AAD-B9BF-1FFE-635578F723C5}"/>
                  </a:ext>
                </a:extLst>
              </p:cNvPr>
              <p:cNvSpPr txBox="1"/>
              <p:nvPr/>
            </p:nvSpPr>
            <p:spPr>
              <a:xfrm>
                <a:off x="8014606" y="6143142"/>
                <a:ext cx="4828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336" name="TextBox 335">
                <a:extLst>
                  <a:ext uri="{FF2B5EF4-FFF2-40B4-BE49-F238E27FC236}">
                    <a16:creationId xmlns:a16="http://schemas.microsoft.com/office/drawing/2014/main" id="{9824E8D2-0E81-B28F-54B7-DE16CC907446}"/>
                  </a:ext>
                </a:extLst>
              </p:cNvPr>
              <p:cNvSpPr txBox="1"/>
              <p:nvPr/>
            </p:nvSpPr>
            <p:spPr>
              <a:xfrm>
                <a:off x="8519981" y="6143143"/>
                <a:ext cx="4828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993DC0D2-5079-7365-F025-194C325D6527}"/>
                  </a:ext>
                </a:extLst>
              </p:cNvPr>
              <p:cNvSpPr txBox="1"/>
              <p:nvPr/>
            </p:nvSpPr>
            <p:spPr>
              <a:xfrm>
                <a:off x="9020176" y="6160558"/>
                <a:ext cx="4828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338" name="TextBox 337">
                <a:extLst>
                  <a:ext uri="{FF2B5EF4-FFF2-40B4-BE49-F238E27FC236}">
                    <a16:creationId xmlns:a16="http://schemas.microsoft.com/office/drawing/2014/main" id="{DEDEC5DF-73B3-8843-9D44-399A8D6B4C20}"/>
                  </a:ext>
                </a:extLst>
              </p:cNvPr>
              <p:cNvSpPr txBox="1"/>
              <p:nvPr/>
            </p:nvSpPr>
            <p:spPr>
              <a:xfrm>
                <a:off x="9525551" y="6160559"/>
                <a:ext cx="4828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87204D21-74DA-44FF-9AAA-8A253F72EC6E}"/>
                  </a:ext>
                </a:extLst>
              </p:cNvPr>
              <p:cNvSpPr txBox="1"/>
              <p:nvPr/>
            </p:nvSpPr>
            <p:spPr>
              <a:xfrm>
                <a:off x="10027965" y="6160557"/>
                <a:ext cx="4828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340" name="TextBox 339">
                <a:extLst>
                  <a:ext uri="{FF2B5EF4-FFF2-40B4-BE49-F238E27FC236}">
                    <a16:creationId xmlns:a16="http://schemas.microsoft.com/office/drawing/2014/main" id="{30BACDED-6066-9C43-7B23-C55C4388EEB3}"/>
                  </a:ext>
                </a:extLst>
              </p:cNvPr>
              <p:cNvSpPr txBox="1"/>
              <p:nvPr/>
            </p:nvSpPr>
            <p:spPr>
              <a:xfrm>
                <a:off x="10533340" y="6160558"/>
                <a:ext cx="4828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29355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</TotalTime>
  <Words>120</Words>
  <Application>Microsoft Macintosh PowerPoint</Application>
  <PresentationFormat>Widescreen</PresentationFormat>
  <Paragraphs>72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Aoyu Zou</dc:creator>
  <cp:lastModifiedBy>Aoyu Zou</cp:lastModifiedBy>
  <cp:revision>8</cp:revision>
  <dcterms:created xsi:type="dcterms:W3CDTF">2025-05-13T02:39:12Z</dcterms:created>
  <dcterms:modified xsi:type="dcterms:W3CDTF">2025-08-13T07:03:47Z</dcterms:modified>
</cp:coreProperties>
</file>